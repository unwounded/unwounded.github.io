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handoutMasterIdLst>
    <p:handoutMasterId r:id="rId29"/>
  </p:handoutMasterIdLst>
  <p:sldIdLst>
    <p:sldId id="375" r:id="rId2"/>
    <p:sldId id="305" r:id="rId3"/>
    <p:sldId id="413" r:id="rId4"/>
    <p:sldId id="384" r:id="rId5"/>
    <p:sldId id="273" r:id="rId6"/>
    <p:sldId id="414" r:id="rId7"/>
    <p:sldId id="298" r:id="rId8"/>
    <p:sldId id="407" r:id="rId9"/>
    <p:sldId id="415" r:id="rId10"/>
    <p:sldId id="416" r:id="rId11"/>
    <p:sldId id="417" r:id="rId12"/>
    <p:sldId id="409" r:id="rId13"/>
    <p:sldId id="408" r:id="rId14"/>
    <p:sldId id="418" r:id="rId15"/>
    <p:sldId id="410" r:id="rId16"/>
    <p:sldId id="419" r:id="rId17"/>
    <p:sldId id="420" r:id="rId18"/>
    <p:sldId id="421" r:id="rId19"/>
    <p:sldId id="422" r:id="rId20"/>
    <p:sldId id="423" r:id="rId21"/>
    <p:sldId id="411" r:id="rId22"/>
    <p:sldId id="424" r:id="rId23"/>
    <p:sldId id="412" r:id="rId24"/>
    <p:sldId id="425" r:id="rId25"/>
    <p:sldId id="406" r:id="rId26"/>
    <p:sldId id="426" r:id="rId27"/>
    <p:sldId id="427"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993" autoAdjust="0"/>
  </p:normalViewPr>
  <p:slideViewPr>
    <p:cSldViewPr snapToGrid="0" snapToObjects="1">
      <p:cViewPr varScale="1">
        <p:scale>
          <a:sx n="91" d="100"/>
          <a:sy n="91" d="100"/>
        </p:scale>
        <p:origin x="370" y="53"/>
      </p:cViewPr>
      <p:guideLst/>
    </p:cSldViewPr>
  </p:slideViewPr>
  <p:outlineViewPr>
    <p:cViewPr>
      <p:scale>
        <a:sx n="33" d="100"/>
        <a:sy n="33" d="100"/>
      </p:scale>
      <p:origin x="0" y="-446"/>
    </p:cViewPr>
  </p:outlineViewPr>
  <p:notesTextViewPr>
    <p:cViewPr>
      <p:scale>
        <a:sx n="1" d="1"/>
        <a:sy n="1" d="1"/>
      </p:scale>
      <p:origin x="0" y="0"/>
    </p:cViewPr>
  </p:notesTextViewPr>
  <p:notesViewPr>
    <p:cSldViewPr snapToGrid="0" snapToObjects="1">
      <p:cViewPr varScale="1">
        <p:scale>
          <a:sx n="87" d="100"/>
          <a:sy n="87" d="100"/>
        </p:scale>
        <p:origin x="2696" y="2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2F17359-000A-9044-B834-9FBD0018D52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C98B882-BA21-D947-B59A-B375F7B018C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E773F5E-F60B-3D42-A6DD-6D5611C2F6EE}" type="datetimeFigureOut">
              <a:rPr lang="en-US" smtClean="0"/>
              <a:t>5/5/2026</a:t>
            </a:fld>
            <a:endParaRPr lang="en-US" dirty="0"/>
          </a:p>
        </p:txBody>
      </p:sp>
      <p:sp>
        <p:nvSpPr>
          <p:cNvPr id="4" name="Footer Placeholder 3">
            <a:extLst>
              <a:ext uri="{FF2B5EF4-FFF2-40B4-BE49-F238E27FC236}">
                <a16:creationId xmlns:a16="http://schemas.microsoft.com/office/drawing/2014/main" id="{8219AD5B-1A75-1A4A-8459-A96AB79E9D2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49C6818-84EB-2D43-AA44-FC64C4595BF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B28A1AC-D174-D44D-BB31-612041F19AA1}" type="slidenum">
              <a:rPr lang="en-US" smtClean="0"/>
              <a:t>‹#›</a:t>
            </a:fld>
            <a:endParaRPr lang="en-US" dirty="0"/>
          </a:p>
        </p:txBody>
      </p:sp>
    </p:spTree>
    <p:extLst>
      <p:ext uri="{BB962C8B-B14F-4D97-AF65-F5344CB8AC3E}">
        <p14:creationId xmlns:p14="http://schemas.microsoft.com/office/powerpoint/2010/main" val="3575170339"/>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esentation Title_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37D7B648-BE60-43F4-8E11-2AB267410D48}"/>
              </a:ext>
            </a:extLst>
          </p:cNvPr>
          <p:cNvSpPr>
            <a:spLocks noGrp="1"/>
          </p:cNvSpPr>
          <p:nvPr>
            <p:ph type="pic" sz="quarter" idx="10"/>
          </p:nvPr>
        </p:nvSpPr>
        <p:spPr>
          <a:xfrm>
            <a:off x="-2946" y="0"/>
            <a:ext cx="6098946" cy="6858000"/>
          </a:xfrm>
          <a:custGeom>
            <a:avLst/>
            <a:gdLst>
              <a:gd name="connsiteX0" fmla="*/ 0 w 5822209"/>
              <a:gd name="connsiteY0" fmla="*/ 0 h 4427316"/>
              <a:gd name="connsiteX1" fmla="*/ 5822209 w 5822209"/>
              <a:gd name="connsiteY1" fmla="*/ 0 h 4427316"/>
              <a:gd name="connsiteX2" fmla="*/ 5822209 w 5822209"/>
              <a:gd name="connsiteY2" fmla="*/ 4427316 h 4427316"/>
              <a:gd name="connsiteX3" fmla="*/ 0 w 5822209"/>
              <a:gd name="connsiteY3" fmla="*/ 4427316 h 4427316"/>
            </a:gdLst>
            <a:ahLst/>
            <a:cxnLst>
              <a:cxn ang="0">
                <a:pos x="connsiteX0" y="connsiteY0"/>
              </a:cxn>
              <a:cxn ang="0">
                <a:pos x="connsiteX1" y="connsiteY1"/>
              </a:cxn>
              <a:cxn ang="0">
                <a:pos x="connsiteX2" y="connsiteY2"/>
              </a:cxn>
              <a:cxn ang="0">
                <a:pos x="connsiteX3" y="connsiteY3"/>
              </a:cxn>
            </a:cxnLst>
            <a:rect l="l" t="t" r="r" b="b"/>
            <a:pathLst>
              <a:path w="5822209" h="4427316">
                <a:moveTo>
                  <a:pt x="0" y="0"/>
                </a:moveTo>
                <a:lnTo>
                  <a:pt x="5822209" y="0"/>
                </a:lnTo>
                <a:lnTo>
                  <a:pt x="5822209" y="4427316"/>
                </a:lnTo>
                <a:lnTo>
                  <a:pt x="0" y="4427316"/>
                </a:lnTo>
                <a:close/>
              </a:path>
            </a:pathLst>
          </a:custGeom>
          <a:solidFill>
            <a:schemeClr val="accent4">
              <a:lumMod val="50000"/>
            </a:schemeClr>
          </a:solidFill>
        </p:spPr>
        <p:txBody>
          <a:bodyPr wrap="square">
            <a:noAutofit/>
          </a:bodyPr>
          <a:lstStyle/>
          <a:p>
            <a:r>
              <a:rPr lang="en-US"/>
              <a:t>Click icon to add picture</a:t>
            </a:r>
            <a:endParaRPr lang="en-US" dirty="0"/>
          </a:p>
        </p:txBody>
      </p:sp>
      <p:sp>
        <p:nvSpPr>
          <p:cNvPr id="4" name="Text Placeholder 2">
            <a:extLst>
              <a:ext uri="{FF2B5EF4-FFF2-40B4-BE49-F238E27FC236}">
                <a16:creationId xmlns:a16="http://schemas.microsoft.com/office/drawing/2014/main" id="{01662FCA-743F-AC4A-B6AC-269A9A26ECF8}"/>
              </a:ext>
            </a:extLst>
          </p:cNvPr>
          <p:cNvSpPr>
            <a:spLocks noGrp="1"/>
          </p:cNvSpPr>
          <p:nvPr>
            <p:ph type="body" idx="13" hasCustomPrompt="1"/>
          </p:nvPr>
        </p:nvSpPr>
        <p:spPr>
          <a:xfrm>
            <a:off x="6487905" y="5286196"/>
            <a:ext cx="4179375" cy="356462"/>
          </a:xfrm>
        </p:spPr>
        <p:txBody>
          <a:bodyPr lIns="0" rIns="0">
            <a:normAutofit/>
          </a:bodyPr>
          <a:lstStyle>
            <a:lvl1pPr marL="0" indent="0" algn="r">
              <a:buNone/>
              <a:defRPr sz="1800" b="1" i="0" cap="all" spc="300" baseline="0">
                <a:solidFill>
                  <a:schemeClr val="tx1"/>
                </a:solidFill>
                <a:latin typeface="Speak Pro" panose="020B0504020101020102"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 goes here</a:t>
            </a:r>
          </a:p>
        </p:txBody>
      </p:sp>
      <p:sp>
        <p:nvSpPr>
          <p:cNvPr id="5" name="Title 1">
            <a:extLst>
              <a:ext uri="{FF2B5EF4-FFF2-40B4-BE49-F238E27FC236}">
                <a16:creationId xmlns:a16="http://schemas.microsoft.com/office/drawing/2014/main" id="{BBC2EA4E-1692-1548-A245-3DC65B856DEB}"/>
              </a:ext>
            </a:extLst>
          </p:cNvPr>
          <p:cNvSpPr>
            <a:spLocks noGrp="1"/>
          </p:cNvSpPr>
          <p:nvPr>
            <p:ph type="ctrTitle"/>
          </p:nvPr>
        </p:nvSpPr>
        <p:spPr>
          <a:xfrm>
            <a:off x="6487905" y="2715790"/>
            <a:ext cx="4179376" cy="2387600"/>
          </a:xfrm>
        </p:spPr>
        <p:txBody>
          <a:bodyPr lIns="0" rIns="0" anchor="b">
            <a:normAutofit/>
          </a:bodyPr>
          <a:lstStyle>
            <a:lvl1pPr algn="r">
              <a:defRPr sz="4800" b="0" i="0" cap="all" baseline="0">
                <a:solidFill>
                  <a:schemeClr val="accent4">
                    <a:lumMod val="75000"/>
                  </a:schemeClr>
                </a:solidFill>
                <a:latin typeface="Sagona ExtraLight" panose="02020303050505020204" pitchFamily="18" charset="0"/>
              </a:defRPr>
            </a:lvl1pPr>
          </a:lstStyle>
          <a:p>
            <a:r>
              <a:rPr lang="en-US"/>
              <a:t>Click to edit Master title style</a:t>
            </a:r>
            <a:endParaRPr lang="en-US" dirty="0"/>
          </a:p>
        </p:txBody>
      </p:sp>
      <p:cxnSp>
        <p:nvCxnSpPr>
          <p:cNvPr id="7" name="Straight Connector 6">
            <a:extLst>
              <a:ext uri="{FF2B5EF4-FFF2-40B4-BE49-F238E27FC236}">
                <a16:creationId xmlns:a16="http://schemas.microsoft.com/office/drawing/2014/main" id="{ED7A90A1-A930-7E45-A0C6-7B528BC17B68}"/>
              </a:ext>
            </a:extLst>
          </p:cNvPr>
          <p:cNvCxnSpPr>
            <a:cxnSpLocks/>
          </p:cNvCxnSpPr>
          <p:nvPr userDrawn="1"/>
        </p:nvCxnSpPr>
        <p:spPr>
          <a:xfrm>
            <a:off x="11057682" y="0"/>
            <a:ext cx="0" cy="685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2289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resentation Title_3">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37D7B648-BE60-43F4-8E11-2AB267410D48}"/>
              </a:ext>
            </a:extLst>
          </p:cNvPr>
          <p:cNvSpPr>
            <a:spLocks noGrp="1"/>
          </p:cNvSpPr>
          <p:nvPr>
            <p:ph type="pic" sz="quarter" idx="10"/>
          </p:nvPr>
        </p:nvSpPr>
        <p:spPr>
          <a:xfrm>
            <a:off x="6093055" y="0"/>
            <a:ext cx="6098946" cy="6858000"/>
          </a:xfrm>
          <a:custGeom>
            <a:avLst/>
            <a:gdLst>
              <a:gd name="connsiteX0" fmla="*/ 0 w 5822209"/>
              <a:gd name="connsiteY0" fmla="*/ 0 h 4427316"/>
              <a:gd name="connsiteX1" fmla="*/ 5822209 w 5822209"/>
              <a:gd name="connsiteY1" fmla="*/ 0 h 4427316"/>
              <a:gd name="connsiteX2" fmla="*/ 5822209 w 5822209"/>
              <a:gd name="connsiteY2" fmla="*/ 4427316 h 4427316"/>
              <a:gd name="connsiteX3" fmla="*/ 0 w 5822209"/>
              <a:gd name="connsiteY3" fmla="*/ 4427316 h 4427316"/>
            </a:gdLst>
            <a:ahLst/>
            <a:cxnLst>
              <a:cxn ang="0">
                <a:pos x="connsiteX0" y="connsiteY0"/>
              </a:cxn>
              <a:cxn ang="0">
                <a:pos x="connsiteX1" y="connsiteY1"/>
              </a:cxn>
              <a:cxn ang="0">
                <a:pos x="connsiteX2" y="connsiteY2"/>
              </a:cxn>
              <a:cxn ang="0">
                <a:pos x="connsiteX3" y="connsiteY3"/>
              </a:cxn>
            </a:cxnLst>
            <a:rect l="l" t="t" r="r" b="b"/>
            <a:pathLst>
              <a:path w="5822209" h="4427316">
                <a:moveTo>
                  <a:pt x="0" y="0"/>
                </a:moveTo>
                <a:lnTo>
                  <a:pt x="5822209" y="0"/>
                </a:lnTo>
                <a:lnTo>
                  <a:pt x="5822209" y="4427316"/>
                </a:lnTo>
                <a:lnTo>
                  <a:pt x="0" y="4427316"/>
                </a:lnTo>
                <a:close/>
              </a:path>
            </a:pathLst>
          </a:custGeom>
          <a:solidFill>
            <a:schemeClr val="accent4">
              <a:lumMod val="50000"/>
            </a:schemeClr>
          </a:solidFill>
        </p:spPr>
        <p:txBody>
          <a:bodyPr wrap="square">
            <a:noAutofit/>
          </a:bodyPr>
          <a:lstStyle/>
          <a:p>
            <a:r>
              <a:rPr lang="en-US"/>
              <a:t>Click icon to add picture</a:t>
            </a:r>
            <a:endParaRPr lang="en-US" dirty="0"/>
          </a:p>
        </p:txBody>
      </p:sp>
      <p:cxnSp>
        <p:nvCxnSpPr>
          <p:cNvPr id="3" name="Straight Connector 2">
            <a:extLst>
              <a:ext uri="{FF2B5EF4-FFF2-40B4-BE49-F238E27FC236}">
                <a16:creationId xmlns:a16="http://schemas.microsoft.com/office/drawing/2014/main" id="{A9525627-537D-D740-918D-FD8895672A9F}"/>
              </a:ext>
            </a:extLst>
          </p:cNvPr>
          <p:cNvCxnSpPr>
            <a:cxnSpLocks/>
          </p:cNvCxnSpPr>
          <p:nvPr userDrawn="1"/>
        </p:nvCxnSpPr>
        <p:spPr>
          <a:xfrm>
            <a:off x="0" y="1720312"/>
            <a:ext cx="609305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2">
            <a:extLst>
              <a:ext uri="{FF2B5EF4-FFF2-40B4-BE49-F238E27FC236}">
                <a16:creationId xmlns:a16="http://schemas.microsoft.com/office/drawing/2014/main" id="{01662FCA-743F-AC4A-B6AC-269A9A26ECF8}"/>
              </a:ext>
            </a:extLst>
          </p:cNvPr>
          <p:cNvSpPr>
            <a:spLocks noGrp="1"/>
          </p:cNvSpPr>
          <p:nvPr>
            <p:ph type="body" idx="13" hasCustomPrompt="1"/>
          </p:nvPr>
        </p:nvSpPr>
        <p:spPr>
          <a:xfrm>
            <a:off x="1524000" y="5286196"/>
            <a:ext cx="4179375" cy="356462"/>
          </a:xfrm>
        </p:spPr>
        <p:txBody>
          <a:bodyPr lIns="0" rIns="0">
            <a:normAutofit/>
          </a:bodyPr>
          <a:lstStyle>
            <a:lvl1pPr marL="0" indent="0">
              <a:buNone/>
              <a:defRPr sz="1800" b="1" i="0" cap="all" spc="300" baseline="0">
                <a:solidFill>
                  <a:schemeClr val="tx1"/>
                </a:solidFill>
                <a:latin typeface="Speak Pro" panose="020B0504020101020102"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 goes here</a:t>
            </a:r>
          </a:p>
        </p:txBody>
      </p:sp>
      <p:sp>
        <p:nvSpPr>
          <p:cNvPr id="5" name="Title 1">
            <a:extLst>
              <a:ext uri="{FF2B5EF4-FFF2-40B4-BE49-F238E27FC236}">
                <a16:creationId xmlns:a16="http://schemas.microsoft.com/office/drawing/2014/main" id="{BBC2EA4E-1692-1548-A245-3DC65B856DEB}"/>
              </a:ext>
            </a:extLst>
          </p:cNvPr>
          <p:cNvSpPr>
            <a:spLocks noGrp="1"/>
          </p:cNvSpPr>
          <p:nvPr>
            <p:ph type="ctrTitle"/>
          </p:nvPr>
        </p:nvSpPr>
        <p:spPr>
          <a:xfrm>
            <a:off x="1524000" y="2715790"/>
            <a:ext cx="4179376" cy="2387600"/>
          </a:xfrm>
        </p:spPr>
        <p:txBody>
          <a:bodyPr lIns="0" rIns="0" anchor="b">
            <a:normAutofit/>
          </a:bodyPr>
          <a:lstStyle>
            <a:lvl1pPr algn="l">
              <a:defRPr sz="4800" b="0" i="0" cap="all" baseline="0">
                <a:solidFill>
                  <a:schemeClr val="accent4">
                    <a:lumMod val="75000"/>
                  </a:schemeClr>
                </a:solidFill>
                <a:latin typeface="Sagona ExtraLight" panose="02020303050505020204" pitchFamily="18" charset="0"/>
              </a:defRPr>
            </a:lvl1pPr>
          </a:lstStyle>
          <a:p>
            <a:r>
              <a:rPr lang="en-US"/>
              <a:t>Click to edit Master title style</a:t>
            </a:r>
            <a:endParaRPr lang="en-US" dirty="0"/>
          </a:p>
        </p:txBody>
      </p:sp>
    </p:spTree>
    <p:extLst>
      <p:ext uri="{BB962C8B-B14F-4D97-AF65-F5344CB8AC3E}">
        <p14:creationId xmlns:p14="http://schemas.microsoft.com/office/powerpoint/2010/main" val="1814249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esentation Title_4">
    <p:bg>
      <p:bgPr>
        <a:solidFill>
          <a:schemeClr val="accent4">
            <a:lumMod val="50000"/>
          </a:schemeClr>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37D7B648-BE60-43F4-8E11-2AB267410D48}"/>
              </a:ext>
            </a:extLst>
          </p:cNvPr>
          <p:cNvSpPr>
            <a:spLocks noGrp="1"/>
          </p:cNvSpPr>
          <p:nvPr>
            <p:ph type="pic" sz="quarter" idx="10"/>
          </p:nvPr>
        </p:nvSpPr>
        <p:spPr>
          <a:xfrm>
            <a:off x="1134319" y="0"/>
            <a:ext cx="11057681" cy="6858000"/>
          </a:xfrm>
          <a:custGeom>
            <a:avLst/>
            <a:gdLst>
              <a:gd name="connsiteX0" fmla="*/ 0 w 5822209"/>
              <a:gd name="connsiteY0" fmla="*/ 0 h 4427316"/>
              <a:gd name="connsiteX1" fmla="*/ 5822209 w 5822209"/>
              <a:gd name="connsiteY1" fmla="*/ 0 h 4427316"/>
              <a:gd name="connsiteX2" fmla="*/ 5822209 w 5822209"/>
              <a:gd name="connsiteY2" fmla="*/ 4427316 h 4427316"/>
              <a:gd name="connsiteX3" fmla="*/ 0 w 5822209"/>
              <a:gd name="connsiteY3" fmla="*/ 4427316 h 4427316"/>
            </a:gdLst>
            <a:ahLst/>
            <a:cxnLst>
              <a:cxn ang="0">
                <a:pos x="connsiteX0" y="connsiteY0"/>
              </a:cxn>
              <a:cxn ang="0">
                <a:pos x="connsiteX1" y="connsiteY1"/>
              </a:cxn>
              <a:cxn ang="0">
                <a:pos x="connsiteX2" y="connsiteY2"/>
              </a:cxn>
              <a:cxn ang="0">
                <a:pos x="connsiteX3" y="connsiteY3"/>
              </a:cxn>
            </a:cxnLst>
            <a:rect l="l" t="t" r="r" b="b"/>
            <a:pathLst>
              <a:path w="5822209" h="4427316">
                <a:moveTo>
                  <a:pt x="0" y="0"/>
                </a:moveTo>
                <a:lnTo>
                  <a:pt x="5822209" y="0"/>
                </a:lnTo>
                <a:lnTo>
                  <a:pt x="5822209" y="4427316"/>
                </a:lnTo>
                <a:lnTo>
                  <a:pt x="0" y="4427316"/>
                </a:lnTo>
                <a:close/>
              </a:path>
            </a:pathLst>
          </a:custGeom>
          <a:solidFill>
            <a:schemeClr val="accent4">
              <a:lumMod val="50000"/>
            </a:schemeClr>
          </a:solidFill>
        </p:spPr>
        <p:txBody>
          <a:bodyPr wrap="square">
            <a:noAutofit/>
          </a:bodyPr>
          <a:lstStyle/>
          <a:p>
            <a:r>
              <a:rPr lang="en-US"/>
              <a:t>Click icon to add picture</a:t>
            </a:r>
            <a:endParaRPr lang="en-US" dirty="0"/>
          </a:p>
        </p:txBody>
      </p:sp>
      <p:cxnSp>
        <p:nvCxnSpPr>
          <p:cNvPr id="3" name="Straight Connector 2">
            <a:extLst>
              <a:ext uri="{FF2B5EF4-FFF2-40B4-BE49-F238E27FC236}">
                <a16:creationId xmlns:a16="http://schemas.microsoft.com/office/drawing/2014/main" id="{A9525627-537D-D740-918D-FD8895672A9F}"/>
              </a:ext>
            </a:extLst>
          </p:cNvPr>
          <p:cNvCxnSpPr>
            <a:cxnSpLocks/>
          </p:cNvCxnSpPr>
          <p:nvPr userDrawn="1"/>
        </p:nvCxnSpPr>
        <p:spPr>
          <a:xfrm>
            <a:off x="1124487" y="0"/>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Text Placeholder 2">
            <a:extLst>
              <a:ext uri="{FF2B5EF4-FFF2-40B4-BE49-F238E27FC236}">
                <a16:creationId xmlns:a16="http://schemas.microsoft.com/office/drawing/2014/main" id="{01662FCA-743F-AC4A-B6AC-269A9A26ECF8}"/>
              </a:ext>
            </a:extLst>
          </p:cNvPr>
          <p:cNvSpPr>
            <a:spLocks noGrp="1"/>
          </p:cNvSpPr>
          <p:nvPr>
            <p:ph type="body" idx="13" hasCustomPrompt="1"/>
          </p:nvPr>
        </p:nvSpPr>
        <p:spPr>
          <a:xfrm>
            <a:off x="1524000" y="5286196"/>
            <a:ext cx="4179375" cy="356462"/>
          </a:xfrm>
        </p:spPr>
        <p:txBody>
          <a:bodyPr lIns="0" rIns="0">
            <a:normAutofit/>
          </a:bodyPr>
          <a:lstStyle>
            <a:lvl1pPr marL="0" indent="0">
              <a:buNone/>
              <a:defRPr sz="1800" b="1" i="0" cap="all" spc="300" baseline="0">
                <a:solidFill>
                  <a:schemeClr val="bg1"/>
                </a:solidFill>
                <a:latin typeface="Speak Pro" panose="020B0504020101020102"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 goes here</a:t>
            </a:r>
          </a:p>
        </p:txBody>
      </p:sp>
      <p:sp>
        <p:nvSpPr>
          <p:cNvPr id="5" name="Title 1">
            <a:extLst>
              <a:ext uri="{FF2B5EF4-FFF2-40B4-BE49-F238E27FC236}">
                <a16:creationId xmlns:a16="http://schemas.microsoft.com/office/drawing/2014/main" id="{BBC2EA4E-1692-1548-A245-3DC65B856DEB}"/>
              </a:ext>
            </a:extLst>
          </p:cNvPr>
          <p:cNvSpPr>
            <a:spLocks noGrp="1"/>
          </p:cNvSpPr>
          <p:nvPr>
            <p:ph type="ctrTitle"/>
          </p:nvPr>
        </p:nvSpPr>
        <p:spPr>
          <a:xfrm>
            <a:off x="1524000" y="2715790"/>
            <a:ext cx="4179376" cy="2387600"/>
          </a:xfrm>
        </p:spPr>
        <p:txBody>
          <a:bodyPr lIns="0" rIns="0" anchor="b">
            <a:normAutofit/>
          </a:bodyPr>
          <a:lstStyle>
            <a:lvl1pPr algn="l">
              <a:defRPr sz="4800" b="0" i="0" cap="all" baseline="0">
                <a:solidFill>
                  <a:schemeClr val="bg1"/>
                </a:solidFill>
                <a:latin typeface="Sagona ExtraLight" panose="02020303050505020204" pitchFamily="18" charset="0"/>
              </a:defRPr>
            </a:lvl1pPr>
          </a:lstStyle>
          <a:p>
            <a:r>
              <a:rPr lang="en-US"/>
              <a:t>Click to edit Master title style</a:t>
            </a:r>
            <a:endParaRPr lang="en-US" dirty="0"/>
          </a:p>
        </p:txBody>
      </p:sp>
    </p:spTree>
    <p:extLst>
      <p:ext uri="{BB962C8B-B14F-4D97-AF65-F5344CB8AC3E}">
        <p14:creationId xmlns:p14="http://schemas.microsoft.com/office/powerpoint/2010/main" val="137568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resentation Title_5">
    <p:bg>
      <p:bgPr>
        <a:solidFill>
          <a:schemeClr val="tx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37D7B648-BE60-43F4-8E11-2AB267410D48}"/>
              </a:ext>
            </a:extLst>
          </p:cNvPr>
          <p:cNvSpPr>
            <a:spLocks noGrp="1"/>
          </p:cNvSpPr>
          <p:nvPr>
            <p:ph type="pic" sz="quarter" idx="10"/>
          </p:nvPr>
        </p:nvSpPr>
        <p:spPr>
          <a:xfrm>
            <a:off x="0" y="0"/>
            <a:ext cx="12192001" cy="6858000"/>
          </a:xfrm>
          <a:custGeom>
            <a:avLst/>
            <a:gdLst>
              <a:gd name="connsiteX0" fmla="*/ 0 w 5822209"/>
              <a:gd name="connsiteY0" fmla="*/ 0 h 4427316"/>
              <a:gd name="connsiteX1" fmla="*/ 5822209 w 5822209"/>
              <a:gd name="connsiteY1" fmla="*/ 0 h 4427316"/>
              <a:gd name="connsiteX2" fmla="*/ 5822209 w 5822209"/>
              <a:gd name="connsiteY2" fmla="*/ 4427316 h 4427316"/>
              <a:gd name="connsiteX3" fmla="*/ 0 w 5822209"/>
              <a:gd name="connsiteY3" fmla="*/ 4427316 h 4427316"/>
            </a:gdLst>
            <a:ahLst/>
            <a:cxnLst>
              <a:cxn ang="0">
                <a:pos x="connsiteX0" y="connsiteY0"/>
              </a:cxn>
              <a:cxn ang="0">
                <a:pos x="connsiteX1" y="connsiteY1"/>
              </a:cxn>
              <a:cxn ang="0">
                <a:pos x="connsiteX2" y="connsiteY2"/>
              </a:cxn>
              <a:cxn ang="0">
                <a:pos x="connsiteX3" y="connsiteY3"/>
              </a:cxn>
            </a:cxnLst>
            <a:rect l="l" t="t" r="r" b="b"/>
            <a:pathLst>
              <a:path w="5822209" h="4427316">
                <a:moveTo>
                  <a:pt x="0" y="0"/>
                </a:moveTo>
                <a:lnTo>
                  <a:pt x="5822209" y="0"/>
                </a:lnTo>
                <a:lnTo>
                  <a:pt x="5822209" y="4427316"/>
                </a:lnTo>
                <a:lnTo>
                  <a:pt x="0" y="4427316"/>
                </a:lnTo>
                <a:close/>
              </a:path>
            </a:pathLst>
          </a:custGeom>
          <a:solidFill>
            <a:schemeClr val="accent4">
              <a:lumMod val="50000"/>
            </a:schemeClr>
          </a:solidFill>
        </p:spPr>
        <p:txBody>
          <a:bodyPr wrap="square">
            <a:noAutofit/>
          </a:bodyPr>
          <a:lstStyle/>
          <a:p>
            <a:r>
              <a:rPr lang="en-US"/>
              <a:t>Click icon to add picture</a:t>
            </a:r>
            <a:endParaRPr lang="en-US" dirty="0"/>
          </a:p>
        </p:txBody>
      </p:sp>
      <p:sp>
        <p:nvSpPr>
          <p:cNvPr id="4" name="Text Placeholder 2">
            <a:extLst>
              <a:ext uri="{FF2B5EF4-FFF2-40B4-BE49-F238E27FC236}">
                <a16:creationId xmlns:a16="http://schemas.microsoft.com/office/drawing/2014/main" id="{01662FCA-743F-AC4A-B6AC-269A9A26ECF8}"/>
              </a:ext>
            </a:extLst>
          </p:cNvPr>
          <p:cNvSpPr>
            <a:spLocks noGrp="1"/>
          </p:cNvSpPr>
          <p:nvPr>
            <p:ph type="body" idx="13" hasCustomPrompt="1"/>
          </p:nvPr>
        </p:nvSpPr>
        <p:spPr>
          <a:xfrm>
            <a:off x="1524000" y="5286196"/>
            <a:ext cx="4179375" cy="356462"/>
          </a:xfrm>
        </p:spPr>
        <p:txBody>
          <a:bodyPr lIns="0" rIns="0">
            <a:normAutofit/>
          </a:bodyPr>
          <a:lstStyle>
            <a:lvl1pPr marL="0" indent="0">
              <a:buNone/>
              <a:defRPr sz="1800" b="1" i="0" cap="all" spc="300" baseline="0">
                <a:solidFill>
                  <a:schemeClr val="bg1"/>
                </a:solidFill>
                <a:latin typeface="Speak Pro" panose="020B0504020101020102"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 goes here</a:t>
            </a:r>
          </a:p>
        </p:txBody>
      </p:sp>
      <p:sp>
        <p:nvSpPr>
          <p:cNvPr id="5" name="Title 1">
            <a:extLst>
              <a:ext uri="{FF2B5EF4-FFF2-40B4-BE49-F238E27FC236}">
                <a16:creationId xmlns:a16="http://schemas.microsoft.com/office/drawing/2014/main" id="{BBC2EA4E-1692-1548-A245-3DC65B856DEB}"/>
              </a:ext>
            </a:extLst>
          </p:cNvPr>
          <p:cNvSpPr>
            <a:spLocks noGrp="1"/>
          </p:cNvSpPr>
          <p:nvPr>
            <p:ph type="ctrTitle"/>
          </p:nvPr>
        </p:nvSpPr>
        <p:spPr>
          <a:xfrm>
            <a:off x="1524000" y="2715790"/>
            <a:ext cx="4179376" cy="2387600"/>
          </a:xfrm>
        </p:spPr>
        <p:txBody>
          <a:bodyPr lIns="0" rIns="0" anchor="b">
            <a:normAutofit/>
          </a:bodyPr>
          <a:lstStyle>
            <a:lvl1pPr algn="l">
              <a:defRPr sz="4800" b="0" i="0" cap="all" baseline="0">
                <a:solidFill>
                  <a:schemeClr val="bg1"/>
                </a:solidFill>
                <a:latin typeface="Sagona ExtraLight" panose="02020303050505020204" pitchFamily="18" charset="0"/>
              </a:defRPr>
            </a:lvl1pPr>
          </a:lstStyle>
          <a:p>
            <a:r>
              <a:rPr lang="en-US"/>
              <a:t>Click to edit Master title style</a:t>
            </a:r>
            <a:endParaRPr lang="en-US" dirty="0"/>
          </a:p>
        </p:txBody>
      </p:sp>
      <p:cxnSp>
        <p:nvCxnSpPr>
          <p:cNvPr id="7" name="Straight Connector 6">
            <a:extLst>
              <a:ext uri="{FF2B5EF4-FFF2-40B4-BE49-F238E27FC236}">
                <a16:creationId xmlns:a16="http://schemas.microsoft.com/office/drawing/2014/main" id="{DB4FF4E3-951F-F040-800F-0DDAC2CCC507}"/>
              </a:ext>
            </a:extLst>
          </p:cNvPr>
          <p:cNvCxnSpPr>
            <a:cxnSpLocks/>
          </p:cNvCxnSpPr>
          <p:nvPr userDrawn="1"/>
        </p:nvCxnSpPr>
        <p:spPr>
          <a:xfrm>
            <a:off x="0" y="5992966"/>
            <a:ext cx="12192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54221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le and Content_1">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p:txBody>
          <a:bodyPr/>
          <a:lstStyle/>
          <a:p>
            <a:fld id="{8F9F391E-143D-F948-ADAE-29AEA3C1EBFB}" type="datetimeFigureOut">
              <a:rPr lang="en-US" smtClean="0"/>
              <a:t>5/5/2026</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p>
            <a:fld id="{31FEFF75-79D2-EE46-877B-299D1510E681}" type="slidenum">
              <a:rPr lang="en-US" smtClean="0"/>
              <a:t>‹#›</a:t>
            </a:fld>
            <a:endParaRPr lang="en-US" dirty="0"/>
          </a:p>
        </p:txBody>
      </p:sp>
      <p:sp>
        <p:nvSpPr>
          <p:cNvPr id="7" name="Title 1">
            <a:extLst>
              <a:ext uri="{FF2B5EF4-FFF2-40B4-BE49-F238E27FC236}">
                <a16:creationId xmlns:a16="http://schemas.microsoft.com/office/drawing/2014/main" id="{9B04801C-3319-AC43-9484-8377A4F8F253}"/>
              </a:ext>
            </a:extLst>
          </p:cNvPr>
          <p:cNvSpPr>
            <a:spLocks noGrp="1"/>
          </p:cNvSpPr>
          <p:nvPr>
            <p:ph type="ctrTitle" hasCustomPrompt="1"/>
          </p:nvPr>
        </p:nvSpPr>
        <p:spPr>
          <a:xfrm>
            <a:off x="1627321" y="339645"/>
            <a:ext cx="10134369" cy="1002552"/>
          </a:xfrm>
        </p:spPr>
        <p:txBody>
          <a:bodyPr lIns="0" rIns="0" anchor="b">
            <a:noAutofit/>
          </a:bodyPr>
          <a:lstStyle>
            <a:lvl1pPr algn="l">
              <a:defRPr sz="4500" b="0" i="0" cap="all" baseline="0">
                <a:solidFill>
                  <a:schemeClr val="accent4">
                    <a:lumMod val="75000"/>
                  </a:schemeClr>
                </a:solidFill>
                <a:latin typeface="Sagona ExtraLight" panose="02020303050505020204" pitchFamily="18" charset="0"/>
              </a:defRPr>
            </a:lvl1pPr>
          </a:lstStyle>
          <a:p>
            <a:r>
              <a:rPr lang="en-US" dirty="0"/>
              <a:t>TITLE GOE HERE</a:t>
            </a:r>
          </a:p>
        </p:txBody>
      </p:sp>
      <p:sp>
        <p:nvSpPr>
          <p:cNvPr id="11" name="Text Placeholder 10">
            <a:extLst>
              <a:ext uri="{FF2B5EF4-FFF2-40B4-BE49-F238E27FC236}">
                <a16:creationId xmlns:a16="http://schemas.microsoft.com/office/drawing/2014/main" id="{3D67D640-AB06-EE4B-868D-F46A30705F62}"/>
              </a:ext>
            </a:extLst>
          </p:cNvPr>
          <p:cNvSpPr>
            <a:spLocks noGrp="1"/>
          </p:cNvSpPr>
          <p:nvPr>
            <p:ph type="body" sz="quarter" idx="14"/>
          </p:nvPr>
        </p:nvSpPr>
        <p:spPr>
          <a:xfrm>
            <a:off x="1627322" y="1507066"/>
            <a:ext cx="10134371" cy="4849283"/>
          </a:xfrm>
        </p:spPr>
        <p:txBody>
          <a:bodyPr lIns="0" rIns="0" anchor="t">
            <a:normAutofit/>
          </a:bodyPr>
          <a:lstStyle>
            <a:lvl1pPr marL="0" indent="0">
              <a:lnSpc>
                <a:spcPct val="100000"/>
              </a:lnSpc>
              <a:buNone/>
              <a:defRPr sz="1600">
                <a:latin typeface="+mj-lt"/>
              </a:defRPr>
            </a:lvl1pPr>
            <a:lvl2pPr marL="457200" indent="0">
              <a:lnSpc>
                <a:spcPct val="100000"/>
              </a:lnSpc>
              <a:buNone/>
              <a:defRPr sz="1600">
                <a:latin typeface="+mj-lt"/>
              </a:defRPr>
            </a:lvl2pPr>
            <a:lvl3pPr marL="914400" indent="0">
              <a:lnSpc>
                <a:spcPct val="100000"/>
              </a:lnSpc>
              <a:buNone/>
              <a:defRPr sz="1600">
                <a:latin typeface="+mj-lt"/>
              </a:defRPr>
            </a:lvl3pPr>
            <a:lvl4pPr marL="1371600" indent="0">
              <a:lnSpc>
                <a:spcPct val="100000"/>
              </a:lnSpc>
              <a:buNone/>
              <a:defRPr sz="1600">
                <a:latin typeface="+mj-lt"/>
              </a:defRPr>
            </a:lvl4pPr>
            <a:lvl5pPr marL="1828800" indent="0">
              <a:lnSpc>
                <a:spcPct val="100000"/>
              </a:lnSpc>
              <a:buNone/>
              <a:defRPr sz="16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Straight Connector 12">
            <a:extLst>
              <a:ext uri="{FF2B5EF4-FFF2-40B4-BE49-F238E27FC236}">
                <a16:creationId xmlns:a16="http://schemas.microsoft.com/office/drawing/2014/main" id="{B781E455-9E6F-1B48-A537-F86699963276}"/>
              </a:ext>
            </a:extLst>
          </p:cNvPr>
          <p:cNvCxnSpPr>
            <a:cxnSpLocks/>
          </p:cNvCxnSpPr>
          <p:nvPr userDrawn="1"/>
        </p:nvCxnSpPr>
        <p:spPr>
          <a:xfrm>
            <a:off x="392623" y="1342197"/>
            <a:ext cx="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78CECE2-CD4D-4A44-927A-53FFE158AF1C}"/>
              </a:ext>
            </a:extLst>
          </p:cNvPr>
          <p:cNvCxnSpPr>
            <a:cxnSpLocks/>
          </p:cNvCxnSpPr>
          <p:nvPr userDrawn="1"/>
        </p:nvCxnSpPr>
        <p:spPr>
          <a:xfrm>
            <a:off x="1134319" y="0"/>
            <a:ext cx="0" cy="685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97903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_2">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p:txBody>
          <a:bodyPr/>
          <a:lstStyle/>
          <a:p>
            <a:fld id="{8F9F391E-143D-F948-ADAE-29AEA3C1EBFB}" type="datetimeFigureOut">
              <a:rPr lang="en-US" smtClean="0"/>
              <a:t>5/5/2026</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p>
            <a:fld id="{31FEFF75-79D2-EE46-877B-299D1510E681}" type="slidenum">
              <a:rPr lang="en-US" smtClean="0"/>
              <a:t>‹#›</a:t>
            </a:fld>
            <a:endParaRPr lang="en-US" dirty="0"/>
          </a:p>
        </p:txBody>
      </p:sp>
      <p:sp>
        <p:nvSpPr>
          <p:cNvPr id="7" name="Title 1">
            <a:extLst>
              <a:ext uri="{FF2B5EF4-FFF2-40B4-BE49-F238E27FC236}">
                <a16:creationId xmlns:a16="http://schemas.microsoft.com/office/drawing/2014/main" id="{9B04801C-3319-AC43-9484-8377A4F8F253}"/>
              </a:ext>
            </a:extLst>
          </p:cNvPr>
          <p:cNvSpPr>
            <a:spLocks noGrp="1"/>
          </p:cNvSpPr>
          <p:nvPr>
            <p:ph type="ctrTitle" hasCustomPrompt="1"/>
          </p:nvPr>
        </p:nvSpPr>
        <p:spPr>
          <a:xfrm>
            <a:off x="392623" y="339645"/>
            <a:ext cx="10115219" cy="1002552"/>
          </a:xfrm>
        </p:spPr>
        <p:txBody>
          <a:bodyPr lIns="0" rIns="0" anchor="b">
            <a:noAutofit/>
          </a:bodyPr>
          <a:lstStyle>
            <a:lvl1pPr algn="l">
              <a:defRPr sz="4500" b="0" i="0" cap="all" baseline="0">
                <a:solidFill>
                  <a:schemeClr val="accent4">
                    <a:lumMod val="75000"/>
                  </a:schemeClr>
                </a:solidFill>
                <a:latin typeface="Sagona ExtraLight" panose="02020303050505020204" pitchFamily="18" charset="0"/>
              </a:defRPr>
            </a:lvl1pPr>
          </a:lstStyle>
          <a:p>
            <a:r>
              <a:rPr lang="en-US" dirty="0"/>
              <a:t>TITLE GOE HERE</a:t>
            </a:r>
          </a:p>
        </p:txBody>
      </p:sp>
      <p:sp>
        <p:nvSpPr>
          <p:cNvPr id="11" name="Text Placeholder 10">
            <a:extLst>
              <a:ext uri="{FF2B5EF4-FFF2-40B4-BE49-F238E27FC236}">
                <a16:creationId xmlns:a16="http://schemas.microsoft.com/office/drawing/2014/main" id="{3D67D640-AB06-EE4B-868D-F46A30705F62}"/>
              </a:ext>
            </a:extLst>
          </p:cNvPr>
          <p:cNvSpPr>
            <a:spLocks noGrp="1"/>
          </p:cNvSpPr>
          <p:nvPr>
            <p:ph type="body" sz="quarter" idx="14"/>
          </p:nvPr>
        </p:nvSpPr>
        <p:spPr>
          <a:xfrm>
            <a:off x="392624" y="1507066"/>
            <a:ext cx="10115221" cy="4849283"/>
          </a:xfrm>
        </p:spPr>
        <p:txBody>
          <a:bodyPr lIns="0" rIns="0" anchor="t">
            <a:normAutofit/>
          </a:bodyPr>
          <a:lstStyle>
            <a:lvl1pPr marL="0" indent="0">
              <a:lnSpc>
                <a:spcPct val="100000"/>
              </a:lnSpc>
              <a:buNone/>
              <a:defRPr sz="1600">
                <a:latin typeface="+mj-lt"/>
              </a:defRPr>
            </a:lvl1pPr>
            <a:lvl2pPr marL="457200" indent="0">
              <a:lnSpc>
                <a:spcPct val="100000"/>
              </a:lnSpc>
              <a:buNone/>
              <a:defRPr sz="1600">
                <a:latin typeface="+mj-lt"/>
              </a:defRPr>
            </a:lvl2pPr>
            <a:lvl3pPr marL="914400" indent="0">
              <a:lnSpc>
                <a:spcPct val="100000"/>
              </a:lnSpc>
              <a:buNone/>
              <a:defRPr sz="1600">
                <a:latin typeface="+mj-lt"/>
              </a:defRPr>
            </a:lvl3pPr>
            <a:lvl4pPr marL="1371600" indent="0">
              <a:lnSpc>
                <a:spcPct val="100000"/>
              </a:lnSpc>
              <a:buNone/>
              <a:defRPr sz="1600">
                <a:latin typeface="+mj-lt"/>
              </a:defRPr>
            </a:lvl4pPr>
            <a:lvl5pPr marL="1828800" indent="0">
              <a:lnSpc>
                <a:spcPct val="100000"/>
              </a:lnSpc>
              <a:buNone/>
              <a:defRPr sz="16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Straight Connector 12">
            <a:extLst>
              <a:ext uri="{FF2B5EF4-FFF2-40B4-BE49-F238E27FC236}">
                <a16:creationId xmlns:a16="http://schemas.microsoft.com/office/drawing/2014/main" id="{B781E455-9E6F-1B48-A537-F86699963276}"/>
              </a:ext>
            </a:extLst>
          </p:cNvPr>
          <p:cNvCxnSpPr>
            <a:cxnSpLocks/>
          </p:cNvCxnSpPr>
          <p:nvPr userDrawn="1"/>
        </p:nvCxnSpPr>
        <p:spPr>
          <a:xfrm>
            <a:off x="392623" y="1342197"/>
            <a:ext cx="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A21F7CE-A4E6-574A-B490-8FC432772886}"/>
              </a:ext>
            </a:extLst>
          </p:cNvPr>
          <p:cNvCxnSpPr>
            <a:cxnSpLocks/>
          </p:cNvCxnSpPr>
          <p:nvPr userDrawn="1"/>
        </p:nvCxnSpPr>
        <p:spPr>
          <a:xfrm>
            <a:off x="11057682" y="0"/>
            <a:ext cx="0" cy="685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25126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_3">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p:txBody>
          <a:bodyPr/>
          <a:lstStyle/>
          <a:p>
            <a:fld id="{8F9F391E-143D-F948-ADAE-29AEA3C1EBFB}" type="datetimeFigureOut">
              <a:rPr lang="en-US" smtClean="0"/>
              <a:t>5/5/2026</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p>
            <a:fld id="{31FEFF75-79D2-EE46-877B-299D1510E681}" type="slidenum">
              <a:rPr lang="en-US" smtClean="0"/>
              <a:t>‹#›</a:t>
            </a:fld>
            <a:endParaRPr lang="en-US" dirty="0"/>
          </a:p>
        </p:txBody>
      </p:sp>
      <p:sp>
        <p:nvSpPr>
          <p:cNvPr id="7" name="Title 1">
            <a:extLst>
              <a:ext uri="{FF2B5EF4-FFF2-40B4-BE49-F238E27FC236}">
                <a16:creationId xmlns:a16="http://schemas.microsoft.com/office/drawing/2014/main" id="{9B04801C-3319-AC43-9484-8377A4F8F253}"/>
              </a:ext>
            </a:extLst>
          </p:cNvPr>
          <p:cNvSpPr>
            <a:spLocks noGrp="1"/>
          </p:cNvSpPr>
          <p:nvPr>
            <p:ph type="ctrTitle" hasCustomPrompt="1"/>
          </p:nvPr>
        </p:nvSpPr>
        <p:spPr>
          <a:xfrm>
            <a:off x="392623" y="339645"/>
            <a:ext cx="11369068" cy="1002552"/>
          </a:xfrm>
        </p:spPr>
        <p:txBody>
          <a:bodyPr lIns="0" rIns="0" anchor="b">
            <a:noAutofit/>
          </a:bodyPr>
          <a:lstStyle>
            <a:lvl1pPr algn="l">
              <a:defRPr sz="4500" b="0" i="0" cap="all" baseline="0">
                <a:solidFill>
                  <a:schemeClr val="accent4">
                    <a:lumMod val="75000"/>
                  </a:schemeClr>
                </a:solidFill>
                <a:latin typeface="Sagona ExtraLight" panose="02020303050505020204" pitchFamily="18" charset="0"/>
              </a:defRPr>
            </a:lvl1pPr>
          </a:lstStyle>
          <a:p>
            <a:r>
              <a:rPr lang="en-US" dirty="0"/>
              <a:t>TITLE GOE HERE</a:t>
            </a:r>
          </a:p>
        </p:txBody>
      </p:sp>
      <p:sp>
        <p:nvSpPr>
          <p:cNvPr id="11" name="Text Placeholder 10">
            <a:extLst>
              <a:ext uri="{FF2B5EF4-FFF2-40B4-BE49-F238E27FC236}">
                <a16:creationId xmlns:a16="http://schemas.microsoft.com/office/drawing/2014/main" id="{3D67D640-AB06-EE4B-868D-F46A30705F62}"/>
              </a:ext>
            </a:extLst>
          </p:cNvPr>
          <p:cNvSpPr>
            <a:spLocks noGrp="1"/>
          </p:cNvSpPr>
          <p:nvPr>
            <p:ph type="body" sz="quarter" idx="14"/>
          </p:nvPr>
        </p:nvSpPr>
        <p:spPr>
          <a:xfrm>
            <a:off x="392624" y="1507066"/>
            <a:ext cx="11369070" cy="4849283"/>
          </a:xfrm>
        </p:spPr>
        <p:txBody>
          <a:bodyPr lIns="0" rIns="0" anchor="t">
            <a:normAutofit/>
          </a:bodyPr>
          <a:lstStyle>
            <a:lvl1pPr marL="0" indent="0">
              <a:lnSpc>
                <a:spcPct val="100000"/>
              </a:lnSpc>
              <a:buNone/>
              <a:defRPr sz="1600">
                <a:latin typeface="+mj-lt"/>
              </a:defRPr>
            </a:lvl1pPr>
            <a:lvl2pPr marL="457200" indent="0">
              <a:lnSpc>
                <a:spcPct val="100000"/>
              </a:lnSpc>
              <a:buNone/>
              <a:defRPr sz="1600">
                <a:latin typeface="+mj-lt"/>
              </a:defRPr>
            </a:lvl2pPr>
            <a:lvl3pPr marL="914400" indent="0">
              <a:lnSpc>
                <a:spcPct val="100000"/>
              </a:lnSpc>
              <a:buNone/>
              <a:defRPr sz="1600">
                <a:latin typeface="+mj-lt"/>
              </a:defRPr>
            </a:lvl3pPr>
            <a:lvl4pPr marL="1371600" indent="0">
              <a:lnSpc>
                <a:spcPct val="100000"/>
              </a:lnSpc>
              <a:buNone/>
              <a:defRPr sz="1600">
                <a:latin typeface="+mj-lt"/>
              </a:defRPr>
            </a:lvl4pPr>
            <a:lvl5pPr marL="1828800" indent="0">
              <a:lnSpc>
                <a:spcPct val="100000"/>
              </a:lnSpc>
              <a:buNone/>
              <a:defRPr sz="16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Straight Connector 12">
            <a:extLst>
              <a:ext uri="{FF2B5EF4-FFF2-40B4-BE49-F238E27FC236}">
                <a16:creationId xmlns:a16="http://schemas.microsoft.com/office/drawing/2014/main" id="{B781E455-9E6F-1B48-A537-F86699963276}"/>
              </a:ext>
            </a:extLst>
          </p:cNvPr>
          <p:cNvCxnSpPr>
            <a:cxnSpLocks/>
          </p:cNvCxnSpPr>
          <p:nvPr userDrawn="1"/>
        </p:nvCxnSpPr>
        <p:spPr>
          <a:xfrm>
            <a:off x="392623" y="1342197"/>
            <a:ext cx="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CF93E56-30EE-384E-9A8A-090C645582DB}"/>
              </a:ext>
            </a:extLst>
          </p:cNvPr>
          <p:cNvCxnSpPr>
            <a:cxnSpLocks/>
          </p:cNvCxnSpPr>
          <p:nvPr userDrawn="1"/>
        </p:nvCxnSpPr>
        <p:spPr>
          <a:xfrm>
            <a:off x="392623" y="1405468"/>
            <a:ext cx="11369068"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50572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_4">
    <p:spTree>
      <p:nvGrpSpPr>
        <p:cNvPr id="1" name=""/>
        <p:cNvGrpSpPr/>
        <p:nvPr/>
      </p:nvGrpSpPr>
      <p:grpSpPr>
        <a:xfrm>
          <a:off x="0" y="0"/>
          <a:ext cx="0" cy="0"/>
          <a:chOff x="0" y="0"/>
          <a:chExt cx="0" cy="0"/>
        </a:xfrm>
      </p:grpSpPr>
      <p:sp>
        <p:nvSpPr>
          <p:cNvPr id="12" name="Picture Placeholder 5">
            <a:extLst>
              <a:ext uri="{FF2B5EF4-FFF2-40B4-BE49-F238E27FC236}">
                <a16:creationId xmlns:a16="http://schemas.microsoft.com/office/drawing/2014/main" id="{91DF7114-976E-3345-A7C4-77F951EA42C4}"/>
              </a:ext>
            </a:extLst>
          </p:cNvPr>
          <p:cNvSpPr>
            <a:spLocks noGrp="1"/>
          </p:cNvSpPr>
          <p:nvPr>
            <p:ph type="pic" sz="quarter" idx="15"/>
          </p:nvPr>
        </p:nvSpPr>
        <p:spPr>
          <a:xfrm>
            <a:off x="1" y="-1"/>
            <a:ext cx="12192000" cy="6857999"/>
          </a:xfrm>
          <a:custGeom>
            <a:avLst/>
            <a:gdLst>
              <a:gd name="connsiteX0" fmla="*/ 0 w 5822209"/>
              <a:gd name="connsiteY0" fmla="*/ 0 h 4427316"/>
              <a:gd name="connsiteX1" fmla="*/ 5822209 w 5822209"/>
              <a:gd name="connsiteY1" fmla="*/ 0 h 4427316"/>
              <a:gd name="connsiteX2" fmla="*/ 5822209 w 5822209"/>
              <a:gd name="connsiteY2" fmla="*/ 4427316 h 4427316"/>
              <a:gd name="connsiteX3" fmla="*/ 0 w 5822209"/>
              <a:gd name="connsiteY3" fmla="*/ 4427316 h 4427316"/>
            </a:gdLst>
            <a:ahLst/>
            <a:cxnLst>
              <a:cxn ang="0">
                <a:pos x="connsiteX0" y="connsiteY0"/>
              </a:cxn>
              <a:cxn ang="0">
                <a:pos x="connsiteX1" y="connsiteY1"/>
              </a:cxn>
              <a:cxn ang="0">
                <a:pos x="connsiteX2" y="connsiteY2"/>
              </a:cxn>
              <a:cxn ang="0">
                <a:pos x="connsiteX3" y="connsiteY3"/>
              </a:cxn>
            </a:cxnLst>
            <a:rect l="l" t="t" r="r" b="b"/>
            <a:pathLst>
              <a:path w="5822209" h="4427316">
                <a:moveTo>
                  <a:pt x="0" y="0"/>
                </a:moveTo>
                <a:lnTo>
                  <a:pt x="5822209" y="0"/>
                </a:lnTo>
                <a:lnTo>
                  <a:pt x="5822209" y="4427316"/>
                </a:lnTo>
                <a:lnTo>
                  <a:pt x="0" y="4427316"/>
                </a:lnTo>
                <a:close/>
              </a:path>
            </a:pathLst>
          </a:custGeom>
          <a:solidFill>
            <a:schemeClr val="accent4">
              <a:lumMod val="50000"/>
            </a:schemeClr>
          </a:solidFill>
        </p:spPr>
        <p:txBody>
          <a:bodyPr wrap="square">
            <a:noAutofit/>
          </a:bodyPr>
          <a:lstStyle/>
          <a:p>
            <a:r>
              <a:rPr lang="en-US"/>
              <a:t>Click icon to add picture</a:t>
            </a:r>
            <a:endParaRPr lang="en-US" dirty="0"/>
          </a:p>
        </p:txBody>
      </p:sp>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p:txBody>
          <a:bodyPr/>
          <a:lstStyle/>
          <a:p>
            <a:fld id="{8F9F391E-143D-F948-ADAE-29AEA3C1EBFB}" type="datetimeFigureOut">
              <a:rPr lang="en-US" smtClean="0"/>
              <a:t>5/5/2026</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p>
            <a:fld id="{31FEFF75-79D2-EE46-877B-299D1510E681}" type="slidenum">
              <a:rPr lang="en-US" smtClean="0"/>
              <a:t>‹#›</a:t>
            </a:fld>
            <a:endParaRPr lang="en-US" dirty="0"/>
          </a:p>
        </p:txBody>
      </p:sp>
      <p:sp>
        <p:nvSpPr>
          <p:cNvPr id="7" name="Title 1">
            <a:extLst>
              <a:ext uri="{FF2B5EF4-FFF2-40B4-BE49-F238E27FC236}">
                <a16:creationId xmlns:a16="http://schemas.microsoft.com/office/drawing/2014/main" id="{9B04801C-3319-AC43-9484-8377A4F8F253}"/>
              </a:ext>
            </a:extLst>
          </p:cNvPr>
          <p:cNvSpPr>
            <a:spLocks noGrp="1"/>
          </p:cNvSpPr>
          <p:nvPr>
            <p:ph type="ctrTitle" hasCustomPrompt="1"/>
          </p:nvPr>
        </p:nvSpPr>
        <p:spPr>
          <a:xfrm>
            <a:off x="1627321" y="339645"/>
            <a:ext cx="10134369" cy="1002552"/>
          </a:xfrm>
        </p:spPr>
        <p:txBody>
          <a:bodyPr lIns="0" rIns="0" anchor="b">
            <a:noAutofit/>
          </a:bodyPr>
          <a:lstStyle>
            <a:lvl1pPr algn="l">
              <a:defRPr sz="4500" b="0" i="0" cap="all" baseline="0">
                <a:solidFill>
                  <a:schemeClr val="bg1"/>
                </a:solidFill>
                <a:latin typeface="Sagona ExtraLight" panose="02020303050505020204" pitchFamily="18" charset="0"/>
              </a:defRPr>
            </a:lvl1pPr>
          </a:lstStyle>
          <a:p>
            <a:r>
              <a:rPr lang="en-US" dirty="0"/>
              <a:t>TITLE GOE HERE</a:t>
            </a:r>
          </a:p>
        </p:txBody>
      </p:sp>
      <p:sp>
        <p:nvSpPr>
          <p:cNvPr id="11" name="Text Placeholder 10">
            <a:extLst>
              <a:ext uri="{FF2B5EF4-FFF2-40B4-BE49-F238E27FC236}">
                <a16:creationId xmlns:a16="http://schemas.microsoft.com/office/drawing/2014/main" id="{3D67D640-AB06-EE4B-868D-F46A30705F62}"/>
              </a:ext>
            </a:extLst>
          </p:cNvPr>
          <p:cNvSpPr>
            <a:spLocks noGrp="1"/>
          </p:cNvSpPr>
          <p:nvPr>
            <p:ph type="body" sz="quarter" idx="14"/>
          </p:nvPr>
        </p:nvSpPr>
        <p:spPr>
          <a:xfrm>
            <a:off x="1627322" y="1507066"/>
            <a:ext cx="10134371" cy="4849283"/>
          </a:xfrm>
        </p:spPr>
        <p:txBody>
          <a:bodyPr lIns="0" rIns="0" anchor="t">
            <a:normAutofit/>
          </a:bodyPr>
          <a:lstStyle>
            <a:lvl1pPr marL="0" indent="0">
              <a:lnSpc>
                <a:spcPct val="100000"/>
              </a:lnSpc>
              <a:buNone/>
              <a:defRPr sz="1600">
                <a:solidFill>
                  <a:schemeClr val="bg1"/>
                </a:solidFill>
                <a:latin typeface="+mj-lt"/>
              </a:defRPr>
            </a:lvl1pPr>
            <a:lvl2pPr marL="457200" indent="0">
              <a:lnSpc>
                <a:spcPct val="100000"/>
              </a:lnSpc>
              <a:buNone/>
              <a:defRPr sz="1600">
                <a:solidFill>
                  <a:schemeClr val="bg1"/>
                </a:solidFill>
                <a:latin typeface="+mj-lt"/>
              </a:defRPr>
            </a:lvl2pPr>
            <a:lvl3pPr marL="914400" indent="0">
              <a:lnSpc>
                <a:spcPct val="100000"/>
              </a:lnSpc>
              <a:buNone/>
              <a:defRPr sz="1600">
                <a:solidFill>
                  <a:schemeClr val="bg1"/>
                </a:solidFill>
                <a:latin typeface="+mj-lt"/>
              </a:defRPr>
            </a:lvl3pPr>
            <a:lvl4pPr marL="1371600" indent="0">
              <a:lnSpc>
                <a:spcPct val="100000"/>
              </a:lnSpc>
              <a:buNone/>
              <a:defRPr sz="1600">
                <a:solidFill>
                  <a:schemeClr val="bg1"/>
                </a:solidFill>
                <a:latin typeface="+mj-lt"/>
              </a:defRPr>
            </a:lvl4pPr>
            <a:lvl5pPr marL="1828800" indent="0">
              <a:lnSpc>
                <a:spcPct val="100000"/>
              </a:lnSpc>
              <a:buNone/>
              <a:defRPr sz="1600">
                <a:solidFill>
                  <a:schemeClr val="bg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Straight Connector 12">
            <a:extLst>
              <a:ext uri="{FF2B5EF4-FFF2-40B4-BE49-F238E27FC236}">
                <a16:creationId xmlns:a16="http://schemas.microsoft.com/office/drawing/2014/main" id="{B781E455-9E6F-1B48-A537-F86699963276}"/>
              </a:ext>
            </a:extLst>
          </p:cNvPr>
          <p:cNvCxnSpPr>
            <a:cxnSpLocks/>
          </p:cNvCxnSpPr>
          <p:nvPr userDrawn="1"/>
        </p:nvCxnSpPr>
        <p:spPr>
          <a:xfrm>
            <a:off x="392623" y="1342197"/>
            <a:ext cx="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78CECE2-CD4D-4A44-927A-53FFE158AF1C}"/>
              </a:ext>
            </a:extLst>
          </p:cNvPr>
          <p:cNvCxnSpPr>
            <a:cxnSpLocks/>
          </p:cNvCxnSpPr>
          <p:nvPr userDrawn="1"/>
        </p:nvCxnSpPr>
        <p:spPr>
          <a:xfrm>
            <a:off x="1134319" y="0"/>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80676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_5">
    <p:spTree>
      <p:nvGrpSpPr>
        <p:cNvPr id="1" name=""/>
        <p:cNvGrpSpPr/>
        <p:nvPr/>
      </p:nvGrpSpPr>
      <p:grpSpPr>
        <a:xfrm>
          <a:off x="0" y="0"/>
          <a:ext cx="0" cy="0"/>
          <a:chOff x="0" y="0"/>
          <a:chExt cx="0" cy="0"/>
        </a:xfrm>
      </p:grpSpPr>
      <p:sp>
        <p:nvSpPr>
          <p:cNvPr id="10" name="Picture Placeholder 5">
            <a:extLst>
              <a:ext uri="{FF2B5EF4-FFF2-40B4-BE49-F238E27FC236}">
                <a16:creationId xmlns:a16="http://schemas.microsoft.com/office/drawing/2014/main" id="{CCA2E80D-B045-2346-9C1F-70BFBD4AF7BA}"/>
              </a:ext>
            </a:extLst>
          </p:cNvPr>
          <p:cNvSpPr>
            <a:spLocks noGrp="1"/>
          </p:cNvSpPr>
          <p:nvPr>
            <p:ph type="pic" sz="quarter" idx="15"/>
          </p:nvPr>
        </p:nvSpPr>
        <p:spPr>
          <a:xfrm>
            <a:off x="1" y="-1"/>
            <a:ext cx="12192000" cy="6857999"/>
          </a:xfrm>
          <a:custGeom>
            <a:avLst/>
            <a:gdLst>
              <a:gd name="connsiteX0" fmla="*/ 0 w 5822209"/>
              <a:gd name="connsiteY0" fmla="*/ 0 h 4427316"/>
              <a:gd name="connsiteX1" fmla="*/ 5822209 w 5822209"/>
              <a:gd name="connsiteY1" fmla="*/ 0 h 4427316"/>
              <a:gd name="connsiteX2" fmla="*/ 5822209 w 5822209"/>
              <a:gd name="connsiteY2" fmla="*/ 4427316 h 4427316"/>
              <a:gd name="connsiteX3" fmla="*/ 0 w 5822209"/>
              <a:gd name="connsiteY3" fmla="*/ 4427316 h 4427316"/>
            </a:gdLst>
            <a:ahLst/>
            <a:cxnLst>
              <a:cxn ang="0">
                <a:pos x="connsiteX0" y="connsiteY0"/>
              </a:cxn>
              <a:cxn ang="0">
                <a:pos x="connsiteX1" y="connsiteY1"/>
              </a:cxn>
              <a:cxn ang="0">
                <a:pos x="connsiteX2" y="connsiteY2"/>
              </a:cxn>
              <a:cxn ang="0">
                <a:pos x="connsiteX3" y="connsiteY3"/>
              </a:cxn>
            </a:cxnLst>
            <a:rect l="l" t="t" r="r" b="b"/>
            <a:pathLst>
              <a:path w="5822209" h="4427316">
                <a:moveTo>
                  <a:pt x="0" y="0"/>
                </a:moveTo>
                <a:lnTo>
                  <a:pt x="5822209" y="0"/>
                </a:lnTo>
                <a:lnTo>
                  <a:pt x="5822209" y="4427316"/>
                </a:lnTo>
                <a:lnTo>
                  <a:pt x="0" y="4427316"/>
                </a:lnTo>
                <a:close/>
              </a:path>
            </a:pathLst>
          </a:custGeom>
          <a:solidFill>
            <a:schemeClr val="accent4">
              <a:lumMod val="50000"/>
            </a:schemeClr>
          </a:solidFill>
        </p:spPr>
        <p:txBody>
          <a:bodyPr wrap="square">
            <a:noAutofit/>
          </a:bodyPr>
          <a:lstStyle/>
          <a:p>
            <a:r>
              <a:rPr lang="en-US"/>
              <a:t>Click icon to add picture</a:t>
            </a:r>
            <a:endParaRPr lang="en-US" dirty="0"/>
          </a:p>
        </p:txBody>
      </p:sp>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p:txBody>
          <a:bodyPr/>
          <a:lstStyle/>
          <a:p>
            <a:fld id="{8F9F391E-143D-F948-ADAE-29AEA3C1EBFB}" type="datetimeFigureOut">
              <a:rPr lang="en-US" smtClean="0"/>
              <a:t>5/5/2026</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p>
            <a:fld id="{31FEFF75-79D2-EE46-877B-299D1510E681}" type="slidenum">
              <a:rPr lang="en-US" smtClean="0"/>
              <a:t>‹#›</a:t>
            </a:fld>
            <a:endParaRPr lang="en-US" dirty="0"/>
          </a:p>
        </p:txBody>
      </p:sp>
      <p:sp>
        <p:nvSpPr>
          <p:cNvPr id="7" name="Title 1">
            <a:extLst>
              <a:ext uri="{FF2B5EF4-FFF2-40B4-BE49-F238E27FC236}">
                <a16:creationId xmlns:a16="http://schemas.microsoft.com/office/drawing/2014/main" id="{9B04801C-3319-AC43-9484-8377A4F8F253}"/>
              </a:ext>
            </a:extLst>
          </p:cNvPr>
          <p:cNvSpPr>
            <a:spLocks noGrp="1"/>
          </p:cNvSpPr>
          <p:nvPr>
            <p:ph type="ctrTitle" hasCustomPrompt="1"/>
          </p:nvPr>
        </p:nvSpPr>
        <p:spPr>
          <a:xfrm>
            <a:off x="392623" y="339645"/>
            <a:ext cx="11369068" cy="1002552"/>
          </a:xfrm>
        </p:spPr>
        <p:txBody>
          <a:bodyPr lIns="0" rIns="0" anchor="b">
            <a:noAutofit/>
          </a:bodyPr>
          <a:lstStyle>
            <a:lvl1pPr algn="l">
              <a:defRPr sz="4500" b="0" i="0" cap="all" baseline="0">
                <a:solidFill>
                  <a:schemeClr val="bg1"/>
                </a:solidFill>
                <a:latin typeface="Sagona ExtraLight" panose="02020303050505020204" pitchFamily="18" charset="0"/>
              </a:defRPr>
            </a:lvl1pPr>
          </a:lstStyle>
          <a:p>
            <a:r>
              <a:rPr lang="en-US" dirty="0"/>
              <a:t>TITLE GOE HERE</a:t>
            </a:r>
          </a:p>
        </p:txBody>
      </p:sp>
      <p:sp>
        <p:nvSpPr>
          <p:cNvPr id="11" name="Text Placeholder 10">
            <a:extLst>
              <a:ext uri="{FF2B5EF4-FFF2-40B4-BE49-F238E27FC236}">
                <a16:creationId xmlns:a16="http://schemas.microsoft.com/office/drawing/2014/main" id="{3D67D640-AB06-EE4B-868D-F46A30705F62}"/>
              </a:ext>
            </a:extLst>
          </p:cNvPr>
          <p:cNvSpPr>
            <a:spLocks noGrp="1"/>
          </p:cNvSpPr>
          <p:nvPr>
            <p:ph type="body" sz="quarter" idx="14"/>
          </p:nvPr>
        </p:nvSpPr>
        <p:spPr>
          <a:xfrm>
            <a:off x="392624" y="1507066"/>
            <a:ext cx="11369070" cy="4849283"/>
          </a:xfrm>
        </p:spPr>
        <p:txBody>
          <a:bodyPr lIns="0" rIns="0" anchor="t">
            <a:normAutofit/>
          </a:bodyPr>
          <a:lstStyle>
            <a:lvl1pPr marL="0" indent="0">
              <a:lnSpc>
                <a:spcPct val="100000"/>
              </a:lnSpc>
              <a:buNone/>
              <a:defRPr sz="1600">
                <a:solidFill>
                  <a:schemeClr val="bg1"/>
                </a:solidFill>
                <a:latin typeface="+mj-lt"/>
              </a:defRPr>
            </a:lvl1pPr>
            <a:lvl2pPr marL="457200" indent="0">
              <a:lnSpc>
                <a:spcPct val="100000"/>
              </a:lnSpc>
              <a:buNone/>
              <a:defRPr sz="1600">
                <a:solidFill>
                  <a:schemeClr val="bg1"/>
                </a:solidFill>
                <a:latin typeface="+mj-lt"/>
              </a:defRPr>
            </a:lvl2pPr>
            <a:lvl3pPr marL="914400" indent="0">
              <a:lnSpc>
                <a:spcPct val="100000"/>
              </a:lnSpc>
              <a:buNone/>
              <a:defRPr sz="1600">
                <a:solidFill>
                  <a:schemeClr val="bg1"/>
                </a:solidFill>
                <a:latin typeface="+mj-lt"/>
              </a:defRPr>
            </a:lvl3pPr>
            <a:lvl4pPr marL="1371600" indent="0">
              <a:lnSpc>
                <a:spcPct val="100000"/>
              </a:lnSpc>
              <a:buNone/>
              <a:defRPr sz="1600">
                <a:solidFill>
                  <a:schemeClr val="bg1"/>
                </a:solidFill>
                <a:latin typeface="+mj-lt"/>
              </a:defRPr>
            </a:lvl4pPr>
            <a:lvl5pPr marL="1828800" indent="0">
              <a:lnSpc>
                <a:spcPct val="100000"/>
              </a:lnSpc>
              <a:buNone/>
              <a:defRPr sz="1600">
                <a:solidFill>
                  <a:schemeClr val="bg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Straight Connector 12">
            <a:extLst>
              <a:ext uri="{FF2B5EF4-FFF2-40B4-BE49-F238E27FC236}">
                <a16:creationId xmlns:a16="http://schemas.microsoft.com/office/drawing/2014/main" id="{B781E455-9E6F-1B48-A537-F86699963276}"/>
              </a:ext>
            </a:extLst>
          </p:cNvPr>
          <p:cNvCxnSpPr>
            <a:cxnSpLocks/>
          </p:cNvCxnSpPr>
          <p:nvPr userDrawn="1"/>
        </p:nvCxnSpPr>
        <p:spPr>
          <a:xfrm>
            <a:off x="392623" y="1342197"/>
            <a:ext cx="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40B4699-8C04-D74B-BFAF-27221E81DEBB}"/>
              </a:ext>
            </a:extLst>
          </p:cNvPr>
          <p:cNvCxnSpPr>
            <a:cxnSpLocks/>
          </p:cNvCxnSpPr>
          <p:nvPr userDrawn="1"/>
        </p:nvCxnSpPr>
        <p:spPr>
          <a:xfrm>
            <a:off x="0" y="5992966"/>
            <a:ext cx="12192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3870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Slide_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37D7B648-BE60-43F4-8E11-2AB267410D48}"/>
              </a:ext>
            </a:extLst>
          </p:cNvPr>
          <p:cNvSpPr>
            <a:spLocks noGrp="1"/>
          </p:cNvSpPr>
          <p:nvPr>
            <p:ph type="pic" sz="quarter" idx="10"/>
          </p:nvPr>
        </p:nvSpPr>
        <p:spPr>
          <a:xfrm>
            <a:off x="0" y="1215342"/>
            <a:ext cx="5822209" cy="4427316"/>
          </a:xfrm>
          <a:custGeom>
            <a:avLst/>
            <a:gdLst>
              <a:gd name="connsiteX0" fmla="*/ 0 w 5822209"/>
              <a:gd name="connsiteY0" fmla="*/ 0 h 4427316"/>
              <a:gd name="connsiteX1" fmla="*/ 5822209 w 5822209"/>
              <a:gd name="connsiteY1" fmla="*/ 0 h 4427316"/>
              <a:gd name="connsiteX2" fmla="*/ 5822209 w 5822209"/>
              <a:gd name="connsiteY2" fmla="*/ 4427316 h 4427316"/>
              <a:gd name="connsiteX3" fmla="*/ 0 w 5822209"/>
              <a:gd name="connsiteY3" fmla="*/ 4427316 h 4427316"/>
            </a:gdLst>
            <a:ahLst/>
            <a:cxnLst>
              <a:cxn ang="0">
                <a:pos x="connsiteX0" y="connsiteY0"/>
              </a:cxn>
              <a:cxn ang="0">
                <a:pos x="connsiteX1" y="connsiteY1"/>
              </a:cxn>
              <a:cxn ang="0">
                <a:pos x="connsiteX2" y="connsiteY2"/>
              </a:cxn>
              <a:cxn ang="0">
                <a:pos x="connsiteX3" y="connsiteY3"/>
              </a:cxn>
            </a:cxnLst>
            <a:rect l="l" t="t" r="r" b="b"/>
            <a:pathLst>
              <a:path w="5822209" h="4427316">
                <a:moveTo>
                  <a:pt x="0" y="0"/>
                </a:moveTo>
                <a:lnTo>
                  <a:pt x="5822209" y="0"/>
                </a:lnTo>
                <a:lnTo>
                  <a:pt x="5822209" y="4427316"/>
                </a:lnTo>
                <a:lnTo>
                  <a:pt x="0" y="4427316"/>
                </a:lnTo>
                <a:close/>
              </a:path>
            </a:pathLst>
          </a:custGeom>
          <a:solidFill>
            <a:schemeClr val="accent4">
              <a:lumMod val="50000"/>
            </a:schemeClr>
          </a:solidFill>
        </p:spPr>
        <p:txBody>
          <a:bodyPr wrap="square">
            <a:noAutofit/>
          </a:bodyPr>
          <a:lstStyle/>
          <a:p>
            <a:r>
              <a:rPr lang="en-US"/>
              <a:t>Click icon to add picture</a:t>
            </a:r>
            <a:endParaRPr lang="en-US" dirty="0"/>
          </a:p>
        </p:txBody>
      </p:sp>
      <p:sp>
        <p:nvSpPr>
          <p:cNvPr id="10" name="Text Placeholder 2">
            <a:extLst>
              <a:ext uri="{FF2B5EF4-FFF2-40B4-BE49-F238E27FC236}">
                <a16:creationId xmlns:a16="http://schemas.microsoft.com/office/drawing/2014/main" id="{01B97752-63E3-7E41-86AA-8084AC3E48D7}"/>
              </a:ext>
            </a:extLst>
          </p:cNvPr>
          <p:cNvSpPr>
            <a:spLocks noGrp="1"/>
          </p:cNvSpPr>
          <p:nvPr>
            <p:ph type="body" idx="13" hasCustomPrompt="1"/>
          </p:nvPr>
        </p:nvSpPr>
        <p:spPr>
          <a:xfrm>
            <a:off x="6487905" y="5286196"/>
            <a:ext cx="4179375" cy="356462"/>
          </a:xfrm>
        </p:spPr>
        <p:txBody>
          <a:bodyPr lIns="0" rIns="0">
            <a:normAutofit/>
          </a:bodyPr>
          <a:lstStyle>
            <a:lvl1pPr marL="0" indent="0" algn="r">
              <a:buNone/>
              <a:defRPr sz="1800" b="1" i="0" cap="all" spc="300" baseline="0">
                <a:solidFill>
                  <a:schemeClr val="tx1"/>
                </a:solidFill>
                <a:latin typeface="Speak Pro" panose="020B0504020101020102"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 goes here</a:t>
            </a:r>
          </a:p>
        </p:txBody>
      </p:sp>
      <p:sp>
        <p:nvSpPr>
          <p:cNvPr id="11" name="Title 1">
            <a:extLst>
              <a:ext uri="{FF2B5EF4-FFF2-40B4-BE49-F238E27FC236}">
                <a16:creationId xmlns:a16="http://schemas.microsoft.com/office/drawing/2014/main" id="{B45521CA-473D-274E-A252-50E49A3EFD16}"/>
              </a:ext>
            </a:extLst>
          </p:cNvPr>
          <p:cNvSpPr>
            <a:spLocks noGrp="1"/>
          </p:cNvSpPr>
          <p:nvPr>
            <p:ph type="ctrTitle"/>
          </p:nvPr>
        </p:nvSpPr>
        <p:spPr>
          <a:xfrm>
            <a:off x="6487905" y="2715790"/>
            <a:ext cx="4179376" cy="2387600"/>
          </a:xfrm>
        </p:spPr>
        <p:txBody>
          <a:bodyPr lIns="0" rIns="0" anchor="b">
            <a:normAutofit/>
          </a:bodyPr>
          <a:lstStyle>
            <a:lvl1pPr algn="r">
              <a:defRPr sz="4800" b="0" i="0" cap="all" baseline="0">
                <a:solidFill>
                  <a:schemeClr val="accent4">
                    <a:lumMod val="75000"/>
                  </a:schemeClr>
                </a:solidFill>
                <a:latin typeface="Sagona ExtraLight" panose="02020303050505020204" pitchFamily="18" charset="0"/>
              </a:defRPr>
            </a:lvl1pPr>
          </a:lstStyle>
          <a:p>
            <a:r>
              <a:rPr lang="en-US"/>
              <a:t>Click to edit Master title style</a:t>
            </a:r>
            <a:endParaRPr lang="en-US" dirty="0"/>
          </a:p>
        </p:txBody>
      </p:sp>
      <p:cxnSp>
        <p:nvCxnSpPr>
          <p:cNvPr id="12" name="Straight Connector 11">
            <a:extLst>
              <a:ext uri="{FF2B5EF4-FFF2-40B4-BE49-F238E27FC236}">
                <a16:creationId xmlns:a16="http://schemas.microsoft.com/office/drawing/2014/main" id="{E71328B3-338C-BB43-A9F5-AACCE2E54E86}"/>
              </a:ext>
            </a:extLst>
          </p:cNvPr>
          <p:cNvCxnSpPr>
            <a:cxnSpLocks/>
          </p:cNvCxnSpPr>
          <p:nvPr userDrawn="1"/>
        </p:nvCxnSpPr>
        <p:spPr>
          <a:xfrm>
            <a:off x="11057682" y="0"/>
            <a:ext cx="0" cy="685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66953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Slide_3">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37D7B648-BE60-43F4-8E11-2AB267410D48}"/>
              </a:ext>
            </a:extLst>
          </p:cNvPr>
          <p:cNvSpPr>
            <a:spLocks noGrp="1"/>
          </p:cNvSpPr>
          <p:nvPr>
            <p:ph type="pic" sz="quarter" idx="10"/>
          </p:nvPr>
        </p:nvSpPr>
        <p:spPr>
          <a:xfrm>
            <a:off x="0" y="1928264"/>
            <a:ext cx="5822209" cy="4427316"/>
          </a:xfrm>
          <a:custGeom>
            <a:avLst/>
            <a:gdLst>
              <a:gd name="connsiteX0" fmla="*/ 0 w 5822209"/>
              <a:gd name="connsiteY0" fmla="*/ 0 h 4427316"/>
              <a:gd name="connsiteX1" fmla="*/ 5822209 w 5822209"/>
              <a:gd name="connsiteY1" fmla="*/ 0 h 4427316"/>
              <a:gd name="connsiteX2" fmla="*/ 5822209 w 5822209"/>
              <a:gd name="connsiteY2" fmla="*/ 4427316 h 4427316"/>
              <a:gd name="connsiteX3" fmla="*/ 0 w 5822209"/>
              <a:gd name="connsiteY3" fmla="*/ 4427316 h 4427316"/>
            </a:gdLst>
            <a:ahLst/>
            <a:cxnLst>
              <a:cxn ang="0">
                <a:pos x="connsiteX0" y="connsiteY0"/>
              </a:cxn>
              <a:cxn ang="0">
                <a:pos x="connsiteX1" y="connsiteY1"/>
              </a:cxn>
              <a:cxn ang="0">
                <a:pos x="connsiteX2" y="connsiteY2"/>
              </a:cxn>
              <a:cxn ang="0">
                <a:pos x="connsiteX3" y="connsiteY3"/>
              </a:cxn>
            </a:cxnLst>
            <a:rect l="l" t="t" r="r" b="b"/>
            <a:pathLst>
              <a:path w="5822209" h="4427316">
                <a:moveTo>
                  <a:pt x="0" y="0"/>
                </a:moveTo>
                <a:lnTo>
                  <a:pt x="5822209" y="0"/>
                </a:lnTo>
                <a:lnTo>
                  <a:pt x="5822209" y="4427316"/>
                </a:lnTo>
                <a:lnTo>
                  <a:pt x="0" y="4427316"/>
                </a:lnTo>
                <a:close/>
              </a:path>
            </a:pathLst>
          </a:custGeom>
          <a:solidFill>
            <a:schemeClr val="accent4">
              <a:lumMod val="50000"/>
            </a:schemeClr>
          </a:solidFill>
        </p:spPr>
        <p:txBody>
          <a:bodyPr wrap="square">
            <a:noAutofit/>
          </a:bodyPr>
          <a:lstStyle/>
          <a:p>
            <a:r>
              <a:rPr lang="en-US"/>
              <a:t>Click icon to add picture</a:t>
            </a:r>
            <a:endParaRPr lang="en-US" dirty="0"/>
          </a:p>
        </p:txBody>
      </p:sp>
      <p:sp>
        <p:nvSpPr>
          <p:cNvPr id="10" name="Text Placeholder 2">
            <a:extLst>
              <a:ext uri="{FF2B5EF4-FFF2-40B4-BE49-F238E27FC236}">
                <a16:creationId xmlns:a16="http://schemas.microsoft.com/office/drawing/2014/main" id="{01B97752-63E3-7E41-86AA-8084AC3E48D7}"/>
              </a:ext>
            </a:extLst>
          </p:cNvPr>
          <p:cNvSpPr>
            <a:spLocks noGrp="1"/>
          </p:cNvSpPr>
          <p:nvPr>
            <p:ph type="body" idx="13" hasCustomPrompt="1"/>
          </p:nvPr>
        </p:nvSpPr>
        <p:spPr>
          <a:xfrm>
            <a:off x="6487905" y="4498670"/>
            <a:ext cx="4179375" cy="356462"/>
          </a:xfrm>
        </p:spPr>
        <p:txBody>
          <a:bodyPr lIns="0" rIns="0">
            <a:normAutofit/>
          </a:bodyPr>
          <a:lstStyle>
            <a:lvl1pPr marL="0" indent="0" algn="r">
              <a:buNone/>
              <a:defRPr sz="1800" b="1" i="0" cap="all" spc="300" baseline="0">
                <a:solidFill>
                  <a:schemeClr val="tx1"/>
                </a:solidFill>
                <a:latin typeface="Speak Pro" panose="020B0504020101020102"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 goes here</a:t>
            </a:r>
          </a:p>
        </p:txBody>
      </p:sp>
      <p:sp>
        <p:nvSpPr>
          <p:cNvPr id="11" name="Title 1">
            <a:extLst>
              <a:ext uri="{FF2B5EF4-FFF2-40B4-BE49-F238E27FC236}">
                <a16:creationId xmlns:a16="http://schemas.microsoft.com/office/drawing/2014/main" id="{B45521CA-473D-274E-A252-50E49A3EFD16}"/>
              </a:ext>
            </a:extLst>
          </p:cNvPr>
          <p:cNvSpPr>
            <a:spLocks noGrp="1"/>
          </p:cNvSpPr>
          <p:nvPr>
            <p:ph type="ctrTitle"/>
          </p:nvPr>
        </p:nvSpPr>
        <p:spPr>
          <a:xfrm>
            <a:off x="6487905" y="1928264"/>
            <a:ext cx="4179376" cy="2387600"/>
          </a:xfrm>
        </p:spPr>
        <p:txBody>
          <a:bodyPr lIns="0" rIns="0" anchor="b">
            <a:normAutofit/>
          </a:bodyPr>
          <a:lstStyle>
            <a:lvl1pPr algn="r">
              <a:defRPr sz="4800" b="0" i="0" cap="all" baseline="0">
                <a:solidFill>
                  <a:schemeClr val="accent4">
                    <a:lumMod val="75000"/>
                  </a:schemeClr>
                </a:solidFill>
                <a:latin typeface="Sagona ExtraLight" panose="02020303050505020204" pitchFamily="18" charset="0"/>
              </a:defRPr>
            </a:lvl1pPr>
          </a:lstStyle>
          <a:p>
            <a:r>
              <a:rPr lang="en-US"/>
              <a:t>Click to edit Master title style</a:t>
            </a:r>
            <a:endParaRPr lang="en-US" dirty="0"/>
          </a:p>
        </p:txBody>
      </p:sp>
      <p:cxnSp>
        <p:nvCxnSpPr>
          <p:cNvPr id="7" name="Straight Connector 6">
            <a:extLst>
              <a:ext uri="{FF2B5EF4-FFF2-40B4-BE49-F238E27FC236}">
                <a16:creationId xmlns:a16="http://schemas.microsoft.com/office/drawing/2014/main" id="{E327254B-5501-7248-A89F-42912B5A8BD2}"/>
              </a:ext>
            </a:extLst>
          </p:cNvPr>
          <p:cNvCxnSpPr>
            <a:cxnSpLocks/>
          </p:cNvCxnSpPr>
          <p:nvPr userDrawn="1"/>
        </p:nvCxnSpPr>
        <p:spPr>
          <a:xfrm>
            <a:off x="0" y="1405468"/>
            <a:ext cx="1219200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70053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Slide_4">
    <p:bg>
      <p:bgPr>
        <a:solidFill>
          <a:schemeClr val="accent4">
            <a:lumMod val="50000"/>
          </a:schemeClr>
        </a:solidFill>
        <a:effectLst/>
      </p:bgPr>
    </p:bg>
    <p:spTree>
      <p:nvGrpSpPr>
        <p:cNvPr id="1" name=""/>
        <p:cNvGrpSpPr/>
        <p:nvPr/>
      </p:nvGrpSpPr>
      <p:grpSpPr>
        <a:xfrm>
          <a:off x="0" y="0"/>
          <a:ext cx="0" cy="0"/>
          <a:chOff x="0" y="0"/>
          <a:chExt cx="0" cy="0"/>
        </a:xfrm>
      </p:grpSpPr>
      <p:pic>
        <p:nvPicPr>
          <p:cNvPr id="7" name="Picture Placeholder 21" descr="Woman on tablet ">
            <a:extLst>
              <a:ext uri="{FF2B5EF4-FFF2-40B4-BE49-F238E27FC236}">
                <a16:creationId xmlns:a16="http://schemas.microsoft.com/office/drawing/2014/main" id="{79F82B97-E9C9-C740-AE3A-A0BB4822DD8F}"/>
              </a:ext>
            </a:extLst>
          </p:cNvPr>
          <p:cNvPicPr>
            <a:picLocks noChangeAspect="1"/>
          </p:cNvPicPr>
          <p:nvPr userDrawn="1"/>
        </p:nvPicPr>
        <p:blipFill rotWithShape="1">
          <a:blip r:embed="rId2" cstate="screen">
            <a:alphaModFix amt="35000"/>
            <a:extLst>
              <a:ext uri="{28A0092B-C50C-407E-A947-70E740481C1C}">
                <a14:useLocalDpi xmlns:a14="http://schemas.microsoft.com/office/drawing/2010/main"/>
              </a:ext>
            </a:extLst>
          </a:blip>
          <a:srcRect/>
          <a:stretch/>
        </p:blipFill>
        <p:spPr>
          <a:xfrm>
            <a:off x="1124487" y="0"/>
            <a:ext cx="11067514" cy="6858000"/>
          </a:xfrm>
          <a:prstGeom prst="rect">
            <a:avLst/>
          </a:prstGeom>
          <a:solidFill>
            <a:schemeClr val="tx1"/>
          </a:solidFill>
        </p:spPr>
      </p:pic>
      <p:sp>
        <p:nvSpPr>
          <p:cNvPr id="6" name="Picture Placeholder 5">
            <a:extLst>
              <a:ext uri="{FF2B5EF4-FFF2-40B4-BE49-F238E27FC236}">
                <a16:creationId xmlns:a16="http://schemas.microsoft.com/office/drawing/2014/main" id="{37D7B648-BE60-43F4-8E11-2AB267410D48}"/>
              </a:ext>
            </a:extLst>
          </p:cNvPr>
          <p:cNvSpPr>
            <a:spLocks noGrp="1"/>
          </p:cNvSpPr>
          <p:nvPr>
            <p:ph type="pic" sz="quarter" idx="10"/>
          </p:nvPr>
        </p:nvSpPr>
        <p:spPr>
          <a:xfrm>
            <a:off x="1124487" y="-1"/>
            <a:ext cx="11067514" cy="6857999"/>
          </a:xfrm>
          <a:custGeom>
            <a:avLst/>
            <a:gdLst>
              <a:gd name="connsiteX0" fmla="*/ 0 w 5822209"/>
              <a:gd name="connsiteY0" fmla="*/ 0 h 4427316"/>
              <a:gd name="connsiteX1" fmla="*/ 5822209 w 5822209"/>
              <a:gd name="connsiteY1" fmla="*/ 0 h 4427316"/>
              <a:gd name="connsiteX2" fmla="*/ 5822209 w 5822209"/>
              <a:gd name="connsiteY2" fmla="*/ 4427316 h 4427316"/>
              <a:gd name="connsiteX3" fmla="*/ 0 w 5822209"/>
              <a:gd name="connsiteY3" fmla="*/ 4427316 h 4427316"/>
            </a:gdLst>
            <a:ahLst/>
            <a:cxnLst>
              <a:cxn ang="0">
                <a:pos x="connsiteX0" y="connsiteY0"/>
              </a:cxn>
              <a:cxn ang="0">
                <a:pos x="connsiteX1" y="connsiteY1"/>
              </a:cxn>
              <a:cxn ang="0">
                <a:pos x="connsiteX2" y="connsiteY2"/>
              </a:cxn>
              <a:cxn ang="0">
                <a:pos x="connsiteX3" y="connsiteY3"/>
              </a:cxn>
            </a:cxnLst>
            <a:rect l="l" t="t" r="r" b="b"/>
            <a:pathLst>
              <a:path w="5822209" h="4427316">
                <a:moveTo>
                  <a:pt x="0" y="0"/>
                </a:moveTo>
                <a:lnTo>
                  <a:pt x="5822209" y="0"/>
                </a:lnTo>
                <a:lnTo>
                  <a:pt x="5822209" y="4427316"/>
                </a:lnTo>
                <a:lnTo>
                  <a:pt x="0" y="4427316"/>
                </a:lnTo>
                <a:close/>
              </a:path>
            </a:pathLst>
          </a:custGeom>
          <a:solidFill>
            <a:schemeClr val="accent4">
              <a:lumMod val="50000"/>
            </a:schemeClr>
          </a:solidFill>
        </p:spPr>
        <p:txBody>
          <a:bodyPr wrap="square">
            <a:noAutofit/>
          </a:bodyPr>
          <a:lstStyle/>
          <a:p>
            <a:r>
              <a:rPr lang="en-US"/>
              <a:t>Click icon to add picture</a:t>
            </a:r>
            <a:endParaRPr lang="en-US" dirty="0"/>
          </a:p>
        </p:txBody>
      </p:sp>
      <p:sp>
        <p:nvSpPr>
          <p:cNvPr id="4" name="Text Placeholder 2">
            <a:extLst>
              <a:ext uri="{FF2B5EF4-FFF2-40B4-BE49-F238E27FC236}">
                <a16:creationId xmlns:a16="http://schemas.microsoft.com/office/drawing/2014/main" id="{01662FCA-743F-AC4A-B6AC-269A9A26ECF8}"/>
              </a:ext>
            </a:extLst>
          </p:cNvPr>
          <p:cNvSpPr>
            <a:spLocks noGrp="1"/>
          </p:cNvSpPr>
          <p:nvPr>
            <p:ph type="body" idx="13" hasCustomPrompt="1"/>
          </p:nvPr>
        </p:nvSpPr>
        <p:spPr>
          <a:xfrm>
            <a:off x="1524000" y="5286196"/>
            <a:ext cx="4179375" cy="356462"/>
          </a:xfrm>
        </p:spPr>
        <p:txBody>
          <a:bodyPr lIns="0" rIns="0">
            <a:normAutofit/>
          </a:bodyPr>
          <a:lstStyle>
            <a:lvl1pPr marL="0" indent="0">
              <a:buNone/>
              <a:defRPr sz="1800" b="1" i="0" cap="all" spc="300" baseline="0">
                <a:solidFill>
                  <a:schemeClr val="bg1"/>
                </a:solidFill>
                <a:latin typeface="Speak Pro" panose="020B0504020101020102"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 goes here</a:t>
            </a:r>
          </a:p>
        </p:txBody>
      </p:sp>
      <p:sp>
        <p:nvSpPr>
          <p:cNvPr id="5" name="Title 1">
            <a:extLst>
              <a:ext uri="{FF2B5EF4-FFF2-40B4-BE49-F238E27FC236}">
                <a16:creationId xmlns:a16="http://schemas.microsoft.com/office/drawing/2014/main" id="{BBC2EA4E-1692-1548-A245-3DC65B856DEB}"/>
              </a:ext>
            </a:extLst>
          </p:cNvPr>
          <p:cNvSpPr>
            <a:spLocks noGrp="1"/>
          </p:cNvSpPr>
          <p:nvPr>
            <p:ph type="ctrTitle"/>
          </p:nvPr>
        </p:nvSpPr>
        <p:spPr>
          <a:xfrm>
            <a:off x="1524000" y="2715790"/>
            <a:ext cx="4179376" cy="2387600"/>
          </a:xfrm>
        </p:spPr>
        <p:txBody>
          <a:bodyPr lIns="0" rIns="0" anchor="b">
            <a:normAutofit/>
          </a:bodyPr>
          <a:lstStyle>
            <a:lvl1pPr algn="l">
              <a:defRPr sz="4800" b="0" i="0" cap="all" baseline="0">
                <a:solidFill>
                  <a:schemeClr val="bg1"/>
                </a:solidFill>
                <a:latin typeface="Sagona ExtraLight" panose="02020303050505020204" pitchFamily="18" charset="0"/>
              </a:defRPr>
            </a:lvl1pPr>
          </a:lstStyle>
          <a:p>
            <a:r>
              <a:rPr lang="en-US"/>
              <a:t>Click to edit Master title style</a:t>
            </a:r>
            <a:endParaRPr lang="en-US" dirty="0"/>
          </a:p>
        </p:txBody>
      </p:sp>
      <p:cxnSp>
        <p:nvCxnSpPr>
          <p:cNvPr id="8" name="Straight Connector 7">
            <a:extLst>
              <a:ext uri="{FF2B5EF4-FFF2-40B4-BE49-F238E27FC236}">
                <a16:creationId xmlns:a16="http://schemas.microsoft.com/office/drawing/2014/main" id="{6C4B436F-A511-A141-900B-BA20A19A1BCE}"/>
              </a:ext>
            </a:extLst>
          </p:cNvPr>
          <p:cNvCxnSpPr>
            <a:cxnSpLocks/>
          </p:cNvCxnSpPr>
          <p:nvPr userDrawn="1"/>
        </p:nvCxnSpPr>
        <p:spPr>
          <a:xfrm>
            <a:off x="1124487" y="0"/>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30879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Slide_5">
    <p:spTree>
      <p:nvGrpSpPr>
        <p:cNvPr id="1" name=""/>
        <p:cNvGrpSpPr/>
        <p:nvPr/>
      </p:nvGrpSpPr>
      <p:grpSpPr>
        <a:xfrm>
          <a:off x="0" y="0"/>
          <a:ext cx="0" cy="0"/>
          <a:chOff x="0" y="0"/>
          <a:chExt cx="0" cy="0"/>
        </a:xfrm>
      </p:grpSpPr>
      <p:pic>
        <p:nvPicPr>
          <p:cNvPr id="7" name="Picture Placeholder 21" descr="Woman on tablet ">
            <a:extLst>
              <a:ext uri="{FF2B5EF4-FFF2-40B4-BE49-F238E27FC236}">
                <a16:creationId xmlns:a16="http://schemas.microsoft.com/office/drawing/2014/main" id="{79F82B97-E9C9-C740-AE3A-A0BB4822DD8F}"/>
              </a:ext>
            </a:extLst>
          </p:cNvPr>
          <p:cNvPicPr>
            <a:picLocks noChangeAspect="1"/>
          </p:cNvPicPr>
          <p:nvPr userDrawn="1"/>
        </p:nvPicPr>
        <p:blipFill rotWithShape="1">
          <a:blip r:embed="rId2" cstate="screen">
            <a:alphaModFix amt="35000"/>
            <a:extLst>
              <a:ext uri="{28A0092B-C50C-407E-A947-70E740481C1C}">
                <a14:useLocalDpi xmlns:a14="http://schemas.microsoft.com/office/drawing/2010/main"/>
              </a:ext>
            </a:extLst>
          </a:blip>
          <a:srcRect/>
          <a:stretch/>
        </p:blipFill>
        <p:spPr>
          <a:xfrm>
            <a:off x="0" y="0"/>
            <a:ext cx="12192001" cy="6858000"/>
          </a:xfrm>
          <a:prstGeom prst="rect">
            <a:avLst/>
          </a:prstGeom>
          <a:solidFill>
            <a:schemeClr val="tx1"/>
          </a:solidFill>
        </p:spPr>
      </p:pic>
      <p:sp>
        <p:nvSpPr>
          <p:cNvPr id="6" name="Picture Placeholder 5">
            <a:extLst>
              <a:ext uri="{FF2B5EF4-FFF2-40B4-BE49-F238E27FC236}">
                <a16:creationId xmlns:a16="http://schemas.microsoft.com/office/drawing/2014/main" id="{37D7B648-BE60-43F4-8E11-2AB267410D48}"/>
              </a:ext>
            </a:extLst>
          </p:cNvPr>
          <p:cNvSpPr>
            <a:spLocks noGrp="1"/>
          </p:cNvSpPr>
          <p:nvPr>
            <p:ph type="pic" sz="quarter" idx="10"/>
          </p:nvPr>
        </p:nvSpPr>
        <p:spPr>
          <a:xfrm>
            <a:off x="1" y="-1"/>
            <a:ext cx="12192000" cy="6857999"/>
          </a:xfrm>
          <a:custGeom>
            <a:avLst/>
            <a:gdLst>
              <a:gd name="connsiteX0" fmla="*/ 0 w 5822209"/>
              <a:gd name="connsiteY0" fmla="*/ 0 h 4427316"/>
              <a:gd name="connsiteX1" fmla="*/ 5822209 w 5822209"/>
              <a:gd name="connsiteY1" fmla="*/ 0 h 4427316"/>
              <a:gd name="connsiteX2" fmla="*/ 5822209 w 5822209"/>
              <a:gd name="connsiteY2" fmla="*/ 4427316 h 4427316"/>
              <a:gd name="connsiteX3" fmla="*/ 0 w 5822209"/>
              <a:gd name="connsiteY3" fmla="*/ 4427316 h 4427316"/>
            </a:gdLst>
            <a:ahLst/>
            <a:cxnLst>
              <a:cxn ang="0">
                <a:pos x="connsiteX0" y="connsiteY0"/>
              </a:cxn>
              <a:cxn ang="0">
                <a:pos x="connsiteX1" y="connsiteY1"/>
              </a:cxn>
              <a:cxn ang="0">
                <a:pos x="connsiteX2" y="connsiteY2"/>
              </a:cxn>
              <a:cxn ang="0">
                <a:pos x="connsiteX3" y="connsiteY3"/>
              </a:cxn>
            </a:cxnLst>
            <a:rect l="l" t="t" r="r" b="b"/>
            <a:pathLst>
              <a:path w="5822209" h="4427316">
                <a:moveTo>
                  <a:pt x="0" y="0"/>
                </a:moveTo>
                <a:lnTo>
                  <a:pt x="5822209" y="0"/>
                </a:lnTo>
                <a:lnTo>
                  <a:pt x="5822209" y="4427316"/>
                </a:lnTo>
                <a:lnTo>
                  <a:pt x="0" y="4427316"/>
                </a:lnTo>
                <a:close/>
              </a:path>
            </a:pathLst>
          </a:custGeom>
          <a:solidFill>
            <a:schemeClr val="accent4">
              <a:lumMod val="50000"/>
            </a:schemeClr>
          </a:solidFill>
        </p:spPr>
        <p:txBody>
          <a:bodyPr wrap="square">
            <a:noAutofit/>
          </a:bodyPr>
          <a:lstStyle/>
          <a:p>
            <a:r>
              <a:rPr lang="en-US"/>
              <a:t>Click icon to add picture</a:t>
            </a:r>
            <a:endParaRPr lang="en-US" dirty="0"/>
          </a:p>
        </p:txBody>
      </p:sp>
      <p:sp>
        <p:nvSpPr>
          <p:cNvPr id="4" name="Text Placeholder 2">
            <a:extLst>
              <a:ext uri="{FF2B5EF4-FFF2-40B4-BE49-F238E27FC236}">
                <a16:creationId xmlns:a16="http://schemas.microsoft.com/office/drawing/2014/main" id="{01662FCA-743F-AC4A-B6AC-269A9A26ECF8}"/>
              </a:ext>
            </a:extLst>
          </p:cNvPr>
          <p:cNvSpPr>
            <a:spLocks noGrp="1"/>
          </p:cNvSpPr>
          <p:nvPr>
            <p:ph type="body" idx="13" hasCustomPrompt="1"/>
          </p:nvPr>
        </p:nvSpPr>
        <p:spPr>
          <a:xfrm>
            <a:off x="1524000" y="5286196"/>
            <a:ext cx="4179375" cy="356462"/>
          </a:xfrm>
        </p:spPr>
        <p:txBody>
          <a:bodyPr lIns="0" rIns="0">
            <a:normAutofit/>
          </a:bodyPr>
          <a:lstStyle>
            <a:lvl1pPr marL="0" indent="0">
              <a:buNone/>
              <a:defRPr sz="1800" b="1" i="0" cap="all" spc="300" baseline="0">
                <a:solidFill>
                  <a:schemeClr val="bg1"/>
                </a:solidFill>
                <a:latin typeface="Speak Pro" panose="020B0504020101020102"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 goes here</a:t>
            </a:r>
          </a:p>
        </p:txBody>
      </p:sp>
      <p:sp>
        <p:nvSpPr>
          <p:cNvPr id="5" name="Title 1">
            <a:extLst>
              <a:ext uri="{FF2B5EF4-FFF2-40B4-BE49-F238E27FC236}">
                <a16:creationId xmlns:a16="http://schemas.microsoft.com/office/drawing/2014/main" id="{BBC2EA4E-1692-1548-A245-3DC65B856DEB}"/>
              </a:ext>
            </a:extLst>
          </p:cNvPr>
          <p:cNvSpPr>
            <a:spLocks noGrp="1"/>
          </p:cNvSpPr>
          <p:nvPr>
            <p:ph type="ctrTitle"/>
          </p:nvPr>
        </p:nvSpPr>
        <p:spPr>
          <a:xfrm>
            <a:off x="1524000" y="2715790"/>
            <a:ext cx="4179376" cy="2387600"/>
          </a:xfrm>
        </p:spPr>
        <p:txBody>
          <a:bodyPr lIns="0" rIns="0" anchor="b">
            <a:normAutofit/>
          </a:bodyPr>
          <a:lstStyle>
            <a:lvl1pPr algn="l">
              <a:defRPr sz="4800" b="0" i="0" cap="all" baseline="0">
                <a:solidFill>
                  <a:schemeClr val="bg1"/>
                </a:solidFill>
                <a:latin typeface="Sagona ExtraLight" panose="02020303050505020204" pitchFamily="18" charset="0"/>
              </a:defRPr>
            </a:lvl1pPr>
          </a:lstStyle>
          <a:p>
            <a:r>
              <a:rPr lang="en-US"/>
              <a:t>Click to edit Master title style</a:t>
            </a:r>
            <a:endParaRPr lang="en-US" dirty="0"/>
          </a:p>
        </p:txBody>
      </p:sp>
      <p:cxnSp>
        <p:nvCxnSpPr>
          <p:cNvPr id="9" name="Straight Connector 8">
            <a:extLst>
              <a:ext uri="{FF2B5EF4-FFF2-40B4-BE49-F238E27FC236}">
                <a16:creationId xmlns:a16="http://schemas.microsoft.com/office/drawing/2014/main" id="{4A57CAA2-2658-B441-A787-4B54C65D3BF1}"/>
              </a:ext>
            </a:extLst>
          </p:cNvPr>
          <p:cNvCxnSpPr>
            <a:cxnSpLocks/>
          </p:cNvCxnSpPr>
          <p:nvPr userDrawn="1"/>
        </p:nvCxnSpPr>
        <p:spPr>
          <a:xfrm>
            <a:off x="0" y="5992966"/>
            <a:ext cx="12192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12387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ontent w/Caption_1">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1524000" y="3482977"/>
            <a:ext cx="10668000" cy="3375025"/>
          </a:xfrm>
          <a:prstGeom prst="rect">
            <a:avLst/>
          </a:prstGeom>
          <a:solidFill>
            <a:schemeClr val="accent4">
              <a:lumMod val="50000"/>
            </a:schemeClr>
          </a:solidFill>
        </p:spPr>
        <p:txBody>
          <a:bodyPr/>
          <a:lstStyle/>
          <a:p>
            <a:r>
              <a:rPr lang="en-US"/>
              <a:t>Click icon to add picture</a:t>
            </a:r>
            <a:endParaRPr lang="id-ID" dirty="0"/>
          </a:p>
        </p:txBody>
      </p:sp>
      <p:sp>
        <p:nvSpPr>
          <p:cNvPr id="6" name="Text Placeholder 2">
            <a:extLst>
              <a:ext uri="{FF2B5EF4-FFF2-40B4-BE49-F238E27FC236}">
                <a16:creationId xmlns:a16="http://schemas.microsoft.com/office/drawing/2014/main" id="{5832AA92-D0AC-8247-A360-19A5932C4E36}"/>
              </a:ext>
            </a:extLst>
          </p:cNvPr>
          <p:cNvSpPr>
            <a:spLocks noGrp="1"/>
          </p:cNvSpPr>
          <p:nvPr>
            <p:ph idx="1" hasCustomPrompt="1"/>
          </p:nvPr>
        </p:nvSpPr>
        <p:spPr>
          <a:xfrm>
            <a:off x="6338806" y="339644"/>
            <a:ext cx="5014993" cy="2806511"/>
          </a:xfrm>
          <a:prstGeom prst="rect">
            <a:avLst/>
          </a:prstGeom>
        </p:spPr>
        <p:txBody>
          <a:bodyPr vert="horz" lIns="91440" tIns="45720" rIns="91440" bIns="45720" rtlCol="0" anchor="ctr">
            <a:normAutofit/>
          </a:bodyPr>
          <a:lstStyle>
            <a:lvl1pPr algn="l">
              <a:defRPr sz="1600">
                <a:latin typeface="+mj-lt"/>
              </a:defRPr>
            </a:lvl1pPr>
            <a:lvl2pPr algn="l">
              <a:defRPr sz="1600">
                <a:latin typeface="+mj-lt"/>
              </a:defRPr>
            </a:lvl2pPr>
            <a:lvl3pPr algn="l">
              <a:defRPr sz="1600">
                <a:latin typeface="+mj-lt"/>
              </a:defRPr>
            </a:lvl3pPr>
            <a:lvl4pPr algn="l">
              <a:defRPr sz="1600">
                <a:latin typeface="+mj-lt"/>
              </a:defRPr>
            </a:lvl4pPr>
            <a:lvl5pPr algn="l">
              <a:defRPr sz="1600">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E3AD9F76-09D6-0D4E-99ED-D9391C974AD2}"/>
              </a:ext>
            </a:extLst>
          </p:cNvPr>
          <p:cNvSpPr>
            <a:spLocks noGrp="1"/>
          </p:cNvSpPr>
          <p:nvPr>
            <p:ph type="ctrTitle"/>
          </p:nvPr>
        </p:nvSpPr>
        <p:spPr>
          <a:xfrm>
            <a:off x="1524000" y="339644"/>
            <a:ext cx="4179376" cy="2806512"/>
          </a:xfrm>
        </p:spPr>
        <p:txBody>
          <a:bodyPr lIns="0" rIns="0" anchor="ctr">
            <a:normAutofit/>
          </a:bodyPr>
          <a:lstStyle>
            <a:lvl1pPr algn="l">
              <a:defRPr sz="4800" b="0" i="0" cap="all" baseline="0">
                <a:solidFill>
                  <a:schemeClr val="accent4">
                    <a:lumMod val="75000"/>
                  </a:schemeClr>
                </a:solidFill>
                <a:latin typeface="Sagona ExtraLight" panose="02020303050505020204" pitchFamily="18" charset="0"/>
              </a:defRPr>
            </a:lvl1pPr>
          </a:lstStyle>
          <a:p>
            <a:r>
              <a:rPr lang="en-US"/>
              <a:t>Click to edit Master title style</a:t>
            </a:r>
            <a:endParaRPr lang="en-US" dirty="0"/>
          </a:p>
        </p:txBody>
      </p:sp>
      <p:cxnSp>
        <p:nvCxnSpPr>
          <p:cNvPr id="10" name="Straight Connector 9">
            <a:extLst>
              <a:ext uri="{FF2B5EF4-FFF2-40B4-BE49-F238E27FC236}">
                <a16:creationId xmlns:a16="http://schemas.microsoft.com/office/drawing/2014/main" id="{F2E583C8-CCA8-BB4A-B8AA-4ED85B62E67F}"/>
              </a:ext>
            </a:extLst>
          </p:cNvPr>
          <p:cNvCxnSpPr>
            <a:cxnSpLocks/>
          </p:cNvCxnSpPr>
          <p:nvPr userDrawn="1"/>
        </p:nvCxnSpPr>
        <p:spPr>
          <a:xfrm>
            <a:off x="1134319" y="0"/>
            <a:ext cx="0" cy="685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26650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Caption_2">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0" y="3482977"/>
            <a:ext cx="10668000" cy="3375025"/>
          </a:xfrm>
          <a:prstGeom prst="rect">
            <a:avLst/>
          </a:prstGeom>
          <a:solidFill>
            <a:schemeClr val="accent4">
              <a:lumMod val="50000"/>
            </a:schemeClr>
          </a:solidFill>
        </p:spPr>
        <p:txBody>
          <a:bodyPr/>
          <a:lstStyle/>
          <a:p>
            <a:r>
              <a:rPr lang="en-US"/>
              <a:t>Click icon to add picture</a:t>
            </a:r>
            <a:endParaRPr lang="id-ID" dirty="0"/>
          </a:p>
        </p:txBody>
      </p:sp>
      <p:sp>
        <p:nvSpPr>
          <p:cNvPr id="6" name="Text Placeholder 2">
            <a:extLst>
              <a:ext uri="{FF2B5EF4-FFF2-40B4-BE49-F238E27FC236}">
                <a16:creationId xmlns:a16="http://schemas.microsoft.com/office/drawing/2014/main" id="{5832AA92-D0AC-8247-A360-19A5932C4E36}"/>
              </a:ext>
            </a:extLst>
          </p:cNvPr>
          <p:cNvSpPr>
            <a:spLocks noGrp="1"/>
          </p:cNvSpPr>
          <p:nvPr>
            <p:ph idx="1" hasCustomPrompt="1"/>
          </p:nvPr>
        </p:nvSpPr>
        <p:spPr>
          <a:xfrm>
            <a:off x="5635662" y="339644"/>
            <a:ext cx="5014993" cy="2806511"/>
          </a:xfrm>
          <a:prstGeom prst="rect">
            <a:avLst/>
          </a:prstGeom>
        </p:spPr>
        <p:txBody>
          <a:bodyPr vert="horz" lIns="91440" tIns="45720" rIns="91440" bIns="45720" rtlCol="0" anchor="ctr">
            <a:normAutofit/>
          </a:bodyPr>
          <a:lstStyle>
            <a:lvl1pPr algn="l">
              <a:defRPr sz="1600">
                <a:latin typeface="+mj-lt"/>
              </a:defRPr>
            </a:lvl1pPr>
            <a:lvl2pPr algn="l">
              <a:defRPr sz="1600">
                <a:latin typeface="+mj-lt"/>
              </a:defRPr>
            </a:lvl2pPr>
            <a:lvl3pPr algn="l">
              <a:defRPr sz="1600">
                <a:latin typeface="+mj-lt"/>
              </a:defRPr>
            </a:lvl3pPr>
            <a:lvl4pPr algn="l">
              <a:defRPr sz="1600">
                <a:latin typeface="+mj-lt"/>
              </a:defRPr>
            </a:lvl4pPr>
            <a:lvl5pPr algn="l">
              <a:defRPr sz="1600">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E3AD9F76-09D6-0D4E-99ED-D9391C974AD2}"/>
              </a:ext>
            </a:extLst>
          </p:cNvPr>
          <p:cNvSpPr>
            <a:spLocks noGrp="1"/>
          </p:cNvSpPr>
          <p:nvPr>
            <p:ph type="ctrTitle"/>
          </p:nvPr>
        </p:nvSpPr>
        <p:spPr>
          <a:xfrm>
            <a:off x="820856" y="339644"/>
            <a:ext cx="4179376" cy="2806512"/>
          </a:xfrm>
        </p:spPr>
        <p:txBody>
          <a:bodyPr lIns="0" rIns="0" anchor="ctr">
            <a:normAutofit/>
          </a:bodyPr>
          <a:lstStyle>
            <a:lvl1pPr algn="l">
              <a:defRPr sz="4800" b="0" i="0" cap="all" baseline="0">
                <a:solidFill>
                  <a:schemeClr val="accent4">
                    <a:lumMod val="75000"/>
                  </a:schemeClr>
                </a:solidFill>
                <a:latin typeface="Sagona ExtraLight" panose="02020303050505020204" pitchFamily="18" charset="0"/>
              </a:defRPr>
            </a:lvl1pPr>
          </a:lstStyle>
          <a:p>
            <a:r>
              <a:rPr lang="en-US"/>
              <a:t>Click to edit Master title style</a:t>
            </a:r>
            <a:endParaRPr lang="en-US" dirty="0"/>
          </a:p>
        </p:txBody>
      </p:sp>
      <p:cxnSp>
        <p:nvCxnSpPr>
          <p:cNvPr id="11" name="Straight Connector 10">
            <a:extLst>
              <a:ext uri="{FF2B5EF4-FFF2-40B4-BE49-F238E27FC236}">
                <a16:creationId xmlns:a16="http://schemas.microsoft.com/office/drawing/2014/main" id="{4C8C2B99-ED08-1F48-BE5D-40E40D09C7B7}"/>
              </a:ext>
            </a:extLst>
          </p:cNvPr>
          <p:cNvCxnSpPr>
            <a:cxnSpLocks/>
          </p:cNvCxnSpPr>
          <p:nvPr userDrawn="1"/>
        </p:nvCxnSpPr>
        <p:spPr>
          <a:xfrm>
            <a:off x="11057682" y="0"/>
            <a:ext cx="0" cy="685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8875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w/Caption_3">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608843" y="3482977"/>
            <a:ext cx="10961177" cy="3375025"/>
          </a:xfrm>
          <a:prstGeom prst="rect">
            <a:avLst/>
          </a:prstGeom>
          <a:solidFill>
            <a:schemeClr val="accent4">
              <a:lumMod val="50000"/>
            </a:schemeClr>
          </a:solidFill>
        </p:spPr>
        <p:txBody>
          <a:bodyPr/>
          <a:lstStyle/>
          <a:p>
            <a:r>
              <a:rPr lang="en-US"/>
              <a:t>Click icon to add picture</a:t>
            </a:r>
            <a:endParaRPr lang="id-ID" dirty="0"/>
          </a:p>
        </p:txBody>
      </p:sp>
      <p:cxnSp>
        <p:nvCxnSpPr>
          <p:cNvPr id="10" name="Straight Connector 9">
            <a:extLst>
              <a:ext uri="{FF2B5EF4-FFF2-40B4-BE49-F238E27FC236}">
                <a16:creationId xmlns:a16="http://schemas.microsoft.com/office/drawing/2014/main" id="{79B33817-49F3-B440-A271-466603AE1964}"/>
              </a:ext>
            </a:extLst>
          </p:cNvPr>
          <p:cNvCxnSpPr>
            <a:cxnSpLocks/>
          </p:cNvCxnSpPr>
          <p:nvPr userDrawn="1"/>
        </p:nvCxnSpPr>
        <p:spPr>
          <a:xfrm>
            <a:off x="0" y="421214"/>
            <a:ext cx="1219200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2" name="Text Placeholder 2">
            <a:extLst>
              <a:ext uri="{FF2B5EF4-FFF2-40B4-BE49-F238E27FC236}">
                <a16:creationId xmlns:a16="http://schemas.microsoft.com/office/drawing/2014/main" id="{8576316B-7498-2E42-9B52-88BF1C9DF40C}"/>
              </a:ext>
            </a:extLst>
          </p:cNvPr>
          <p:cNvSpPr>
            <a:spLocks noGrp="1"/>
          </p:cNvSpPr>
          <p:nvPr>
            <p:ph idx="1" hasCustomPrompt="1"/>
          </p:nvPr>
        </p:nvSpPr>
        <p:spPr>
          <a:xfrm>
            <a:off x="5567465" y="568512"/>
            <a:ext cx="6002556" cy="2806511"/>
          </a:xfrm>
          <a:prstGeom prst="rect">
            <a:avLst/>
          </a:prstGeom>
        </p:spPr>
        <p:txBody>
          <a:bodyPr vert="horz" lIns="91440" tIns="45720" rIns="91440" bIns="45720" rtlCol="0" anchor="ctr">
            <a:normAutofit/>
          </a:bodyPr>
          <a:lstStyle>
            <a:lvl1pPr algn="l">
              <a:defRPr sz="1600">
                <a:latin typeface="+mj-lt"/>
              </a:defRPr>
            </a:lvl1pPr>
            <a:lvl2pPr algn="l">
              <a:defRPr sz="1600">
                <a:latin typeface="+mj-lt"/>
              </a:defRPr>
            </a:lvl2pPr>
            <a:lvl3pPr algn="l">
              <a:defRPr sz="1600">
                <a:latin typeface="+mj-lt"/>
              </a:defRPr>
            </a:lvl3pPr>
            <a:lvl4pPr algn="l">
              <a:defRPr sz="1600">
                <a:latin typeface="+mj-lt"/>
              </a:defRPr>
            </a:lvl4pPr>
            <a:lvl5pPr algn="l">
              <a:defRPr sz="1600">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itle 1">
            <a:extLst>
              <a:ext uri="{FF2B5EF4-FFF2-40B4-BE49-F238E27FC236}">
                <a16:creationId xmlns:a16="http://schemas.microsoft.com/office/drawing/2014/main" id="{451775DA-49A0-2F4D-9F21-5D20DA6BA9B6}"/>
              </a:ext>
            </a:extLst>
          </p:cNvPr>
          <p:cNvSpPr>
            <a:spLocks noGrp="1"/>
          </p:cNvSpPr>
          <p:nvPr>
            <p:ph type="ctrTitle"/>
          </p:nvPr>
        </p:nvSpPr>
        <p:spPr>
          <a:xfrm>
            <a:off x="608844" y="568512"/>
            <a:ext cx="4179376" cy="2806512"/>
          </a:xfrm>
        </p:spPr>
        <p:txBody>
          <a:bodyPr lIns="0" rIns="0" anchor="ctr">
            <a:normAutofit/>
          </a:bodyPr>
          <a:lstStyle>
            <a:lvl1pPr algn="l">
              <a:defRPr sz="4800" b="0" i="0" cap="all" baseline="0">
                <a:solidFill>
                  <a:schemeClr val="accent4">
                    <a:lumMod val="75000"/>
                  </a:schemeClr>
                </a:solidFill>
                <a:latin typeface="Sagona ExtraLight" panose="02020303050505020204" pitchFamily="18" charset="0"/>
              </a:defRPr>
            </a:lvl1pPr>
          </a:lstStyle>
          <a:p>
            <a:r>
              <a:rPr lang="en-US"/>
              <a:t>Click to edit Master title style</a:t>
            </a:r>
            <a:endParaRPr lang="en-US" dirty="0"/>
          </a:p>
        </p:txBody>
      </p:sp>
    </p:spTree>
    <p:extLst>
      <p:ext uri="{BB962C8B-B14F-4D97-AF65-F5344CB8AC3E}">
        <p14:creationId xmlns:p14="http://schemas.microsoft.com/office/powerpoint/2010/main" val="14964562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Caption_4">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0" y="3482977"/>
            <a:ext cx="12192000" cy="3375025"/>
          </a:xfrm>
          <a:prstGeom prst="rect">
            <a:avLst/>
          </a:prstGeom>
          <a:solidFill>
            <a:schemeClr val="accent4">
              <a:lumMod val="50000"/>
            </a:schemeClr>
          </a:solidFill>
        </p:spPr>
        <p:txBody>
          <a:bodyPr/>
          <a:lstStyle/>
          <a:p>
            <a:r>
              <a:rPr lang="en-US"/>
              <a:t>Click icon to add picture</a:t>
            </a:r>
            <a:endParaRPr lang="id-ID" dirty="0"/>
          </a:p>
        </p:txBody>
      </p:sp>
      <p:cxnSp>
        <p:nvCxnSpPr>
          <p:cNvPr id="5" name="Straight Connector 4">
            <a:extLst>
              <a:ext uri="{FF2B5EF4-FFF2-40B4-BE49-F238E27FC236}">
                <a16:creationId xmlns:a16="http://schemas.microsoft.com/office/drawing/2014/main" id="{40C0F668-C1BA-A349-A542-9E54E73E8178}"/>
              </a:ext>
            </a:extLst>
          </p:cNvPr>
          <p:cNvCxnSpPr>
            <a:cxnSpLocks/>
          </p:cNvCxnSpPr>
          <p:nvPr userDrawn="1"/>
        </p:nvCxnSpPr>
        <p:spPr>
          <a:xfrm>
            <a:off x="4961621" y="339644"/>
            <a:ext cx="0" cy="2806512"/>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6" name="Text Placeholder 2">
            <a:extLst>
              <a:ext uri="{FF2B5EF4-FFF2-40B4-BE49-F238E27FC236}">
                <a16:creationId xmlns:a16="http://schemas.microsoft.com/office/drawing/2014/main" id="{5832AA92-D0AC-8247-A360-19A5932C4E36}"/>
              </a:ext>
            </a:extLst>
          </p:cNvPr>
          <p:cNvSpPr>
            <a:spLocks noGrp="1"/>
          </p:cNvSpPr>
          <p:nvPr>
            <p:ph idx="1" hasCustomPrompt="1"/>
          </p:nvPr>
        </p:nvSpPr>
        <p:spPr>
          <a:xfrm>
            <a:off x="5351244" y="339644"/>
            <a:ext cx="6002556" cy="2806511"/>
          </a:xfrm>
          <a:prstGeom prst="rect">
            <a:avLst/>
          </a:prstGeom>
        </p:spPr>
        <p:txBody>
          <a:bodyPr vert="horz" lIns="91440" tIns="45720" rIns="91440" bIns="45720" rtlCol="0" anchor="ctr">
            <a:normAutofit/>
          </a:bodyPr>
          <a:lstStyle>
            <a:lvl1pPr algn="l">
              <a:defRPr sz="1600">
                <a:latin typeface="+mj-lt"/>
              </a:defRPr>
            </a:lvl1pPr>
            <a:lvl2pPr algn="l">
              <a:defRPr sz="1600">
                <a:latin typeface="+mj-lt"/>
              </a:defRPr>
            </a:lvl2pPr>
            <a:lvl3pPr algn="l">
              <a:defRPr sz="1600">
                <a:latin typeface="+mj-lt"/>
              </a:defRPr>
            </a:lvl3pPr>
            <a:lvl4pPr algn="l">
              <a:defRPr sz="1600">
                <a:latin typeface="+mj-lt"/>
              </a:defRPr>
            </a:lvl4pPr>
            <a:lvl5pPr algn="l">
              <a:defRPr sz="1600">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E3AD9F76-09D6-0D4E-99ED-D9391C974AD2}"/>
              </a:ext>
            </a:extLst>
          </p:cNvPr>
          <p:cNvSpPr>
            <a:spLocks noGrp="1"/>
          </p:cNvSpPr>
          <p:nvPr>
            <p:ph type="ctrTitle"/>
          </p:nvPr>
        </p:nvSpPr>
        <p:spPr>
          <a:xfrm>
            <a:off x="392623" y="339644"/>
            <a:ext cx="4179376" cy="2806512"/>
          </a:xfrm>
        </p:spPr>
        <p:txBody>
          <a:bodyPr lIns="0" rIns="0" anchor="ctr">
            <a:normAutofit/>
          </a:bodyPr>
          <a:lstStyle>
            <a:lvl1pPr algn="l">
              <a:defRPr sz="4800" b="0" i="0" cap="all" baseline="0">
                <a:solidFill>
                  <a:schemeClr val="accent4">
                    <a:lumMod val="75000"/>
                  </a:schemeClr>
                </a:solidFill>
                <a:latin typeface="Sagona ExtraLight" panose="02020303050505020204" pitchFamily="18" charset="0"/>
              </a:defRPr>
            </a:lvl1pPr>
          </a:lstStyle>
          <a:p>
            <a:r>
              <a:rPr lang="en-US"/>
              <a:t>Click to edit Master title style</a:t>
            </a:r>
            <a:endParaRPr lang="en-US" dirty="0"/>
          </a:p>
        </p:txBody>
      </p:sp>
    </p:spTree>
    <p:extLst>
      <p:ext uri="{BB962C8B-B14F-4D97-AF65-F5344CB8AC3E}">
        <p14:creationId xmlns:p14="http://schemas.microsoft.com/office/powerpoint/2010/main" val="7803267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Caption_5">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0" y="3482977"/>
            <a:ext cx="12192000" cy="3375025"/>
          </a:xfrm>
          <a:prstGeom prst="rect">
            <a:avLst/>
          </a:prstGeom>
          <a:solidFill>
            <a:schemeClr val="accent4">
              <a:lumMod val="50000"/>
            </a:schemeClr>
          </a:solidFill>
        </p:spPr>
        <p:txBody>
          <a:bodyPr/>
          <a:lstStyle/>
          <a:p>
            <a:r>
              <a:rPr lang="en-US"/>
              <a:t>Click icon to add picture</a:t>
            </a:r>
            <a:endParaRPr lang="id-ID" dirty="0"/>
          </a:p>
        </p:txBody>
      </p:sp>
      <p:sp>
        <p:nvSpPr>
          <p:cNvPr id="6" name="Text Placeholder 2">
            <a:extLst>
              <a:ext uri="{FF2B5EF4-FFF2-40B4-BE49-F238E27FC236}">
                <a16:creationId xmlns:a16="http://schemas.microsoft.com/office/drawing/2014/main" id="{5832AA92-D0AC-8247-A360-19A5932C4E36}"/>
              </a:ext>
            </a:extLst>
          </p:cNvPr>
          <p:cNvSpPr>
            <a:spLocks noGrp="1"/>
          </p:cNvSpPr>
          <p:nvPr>
            <p:ph idx="1" hasCustomPrompt="1"/>
          </p:nvPr>
        </p:nvSpPr>
        <p:spPr>
          <a:xfrm>
            <a:off x="5351244" y="568512"/>
            <a:ext cx="6002556" cy="2806511"/>
          </a:xfrm>
          <a:prstGeom prst="rect">
            <a:avLst/>
          </a:prstGeom>
        </p:spPr>
        <p:txBody>
          <a:bodyPr vert="horz" lIns="91440" tIns="45720" rIns="91440" bIns="45720" rtlCol="0" anchor="ctr">
            <a:normAutofit/>
          </a:bodyPr>
          <a:lstStyle>
            <a:lvl1pPr algn="l">
              <a:defRPr sz="1600">
                <a:latin typeface="+mj-lt"/>
              </a:defRPr>
            </a:lvl1pPr>
            <a:lvl2pPr algn="l">
              <a:defRPr sz="1600">
                <a:latin typeface="+mj-lt"/>
              </a:defRPr>
            </a:lvl2pPr>
            <a:lvl3pPr algn="l">
              <a:defRPr sz="1600">
                <a:latin typeface="+mj-lt"/>
              </a:defRPr>
            </a:lvl3pPr>
            <a:lvl4pPr algn="l">
              <a:defRPr sz="1600">
                <a:latin typeface="+mj-lt"/>
              </a:defRPr>
            </a:lvl4pPr>
            <a:lvl5pPr algn="l">
              <a:defRPr sz="1600">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E3AD9F76-09D6-0D4E-99ED-D9391C974AD2}"/>
              </a:ext>
            </a:extLst>
          </p:cNvPr>
          <p:cNvSpPr>
            <a:spLocks noGrp="1"/>
          </p:cNvSpPr>
          <p:nvPr>
            <p:ph type="ctrTitle"/>
          </p:nvPr>
        </p:nvSpPr>
        <p:spPr>
          <a:xfrm>
            <a:off x="392623" y="568512"/>
            <a:ext cx="4179376" cy="2806512"/>
          </a:xfrm>
        </p:spPr>
        <p:txBody>
          <a:bodyPr lIns="0" rIns="0" anchor="ctr">
            <a:normAutofit/>
          </a:bodyPr>
          <a:lstStyle>
            <a:lvl1pPr algn="l">
              <a:defRPr sz="4800" b="0" i="0" cap="all" baseline="0">
                <a:solidFill>
                  <a:schemeClr val="accent4">
                    <a:lumMod val="75000"/>
                  </a:schemeClr>
                </a:solidFill>
                <a:latin typeface="Sagona ExtraLight" panose="02020303050505020204" pitchFamily="18" charset="0"/>
              </a:defRPr>
            </a:lvl1pPr>
          </a:lstStyle>
          <a:p>
            <a:r>
              <a:rPr lang="en-US"/>
              <a:t>Click to edit Master title style</a:t>
            </a:r>
            <a:endParaRPr lang="en-US" dirty="0"/>
          </a:p>
        </p:txBody>
      </p:sp>
      <p:cxnSp>
        <p:nvCxnSpPr>
          <p:cNvPr id="15" name="Straight Connector 14">
            <a:extLst>
              <a:ext uri="{FF2B5EF4-FFF2-40B4-BE49-F238E27FC236}">
                <a16:creationId xmlns:a16="http://schemas.microsoft.com/office/drawing/2014/main" id="{16414763-7D4F-994A-AAA9-7DC46C19D816}"/>
              </a:ext>
            </a:extLst>
          </p:cNvPr>
          <p:cNvCxnSpPr>
            <a:cxnSpLocks/>
          </p:cNvCxnSpPr>
          <p:nvPr userDrawn="1"/>
        </p:nvCxnSpPr>
        <p:spPr>
          <a:xfrm>
            <a:off x="0" y="5992966"/>
            <a:ext cx="12192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67065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_1">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p:txBody>
          <a:bodyPr/>
          <a:lstStyle/>
          <a:p>
            <a:fld id="{8F9F391E-143D-F948-ADAE-29AEA3C1EBFB}" type="datetimeFigureOut">
              <a:rPr lang="en-US" smtClean="0"/>
              <a:t>5/5/2026</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p>
            <a:fld id="{31FEFF75-79D2-EE46-877B-299D1510E681}" type="slidenum">
              <a:rPr lang="en-US" smtClean="0"/>
              <a:t>‹#›</a:t>
            </a:fld>
            <a:endParaRPr lang="en-US" dirty="0"/>
          </a:p>
        </p:txBody>
      </p:sp>
      <p:sp>
        <p:nvSpPr>
          <p:cNvPr id="7" name="Title 1">
            <a:extLst>
              <a:ext uri="{FF2B5EF4-FFF2-40B4-BE49-F238E27FC236}">
                <a16:creationId xmlns:a16="http://schemas.microsoft.com/office/drawing/2014/main" id="{9B04801C-3319-AC43-9484-8377A4F8F253}"/>
              </a:ext>
            </a:extLst>
          </p:cNvPr>
          <p:cNvSpPr>
            <a:spLocks noGrp="1"/>
          </p:cNvSpPr>
          <p:nvPr>
            <p:ph type="ctrTitle" hasCustomPrompt="1"/>
          </p:nvPr>
        </p:nvSpPr>
        <p:spPr>
          <a:xfrm>
            <a:off x="1627321" y="339645"/>
            <a:ext cx="10134369" cy="1002552"/>
          </a:xfrm>
        </p:spPr>
        <p:txBody>
          <a:bodyPr lIns="0" rIns="0" anchor="b">
            <a:noAutofit/>
          </a:bodyPr>
          <a:lstStyle>
            <a:lvl1pPr algn="l">
              <a:defRPr sz="4500" b="0" i="0" cap="all" baseline="0">
                <a:solidFill>
                  <a:schemeClr val="accent4">
                    <a:lumMod val="75000"/>
                  </a:schemeClr>
                </a:solidFill>
                <a:latin typeface="Sagona ExtraLight" panose="02020303050505020204" pitchFamily="18" charset="0"/>
              </a:defRPr>
            </a:lvl1pPr>
          </a:lstStyle>
          <a:p>
            <a:r>
              <a:rPr lang="en-US" dirty="0"/>
              <a:t>TITLE GOE HERE</a:t>
            </a:r>
          </a:p>
        </p:txBody>
      </p:sp>
      <p:cxnSp>
        <p:nvCxnSpPr>
          <p:cNvPr id="13" name="Straight Connector 12">
            <a:extLst>
              <a:ext uri="{FF2B5EF4-FFF2-40B4-BE49-F238E27FC236}">
                <a16:creationId xmlns:a16="http://schemas.microsoft.com/office/drawing/2014/main" id="{B781E455-9E6F-1B48-A537-F86699963276}"/>
              </a:ext>
            </a:extLst>
          </p:cNvPr>
          <p:cNvCxnSpPr>
            <a:cxnSpLocks/>
          </p:cNvCxnSpPr>
          <p:nvPr userDrawn="1"/>
        </p:nvCxnSpPr>
        <p:spPr>
          <a:xfrm>
            <a:off x="392623" y="1342197"/>
            <a:ext cx="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78CECE2-CD4D-4A44-927A-53FFE158AF1C}"/>
              </a:ext>
            </a:extLst>
          </p:cNvPr>
          <p:cNvCxnSpPr>
            <a:cxnSpLocks/>
          </p:cNvCxnSpPr>
          <p:nvPr userDrawn="1"/>
        </p:nvCxnSpPr>
        <p:spPr>
          <a:xfrm>
            <a:off x="1134319" y="0"/>
            <a:ext cx="0" cy="685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11B2D7F8-9505-6148-BEA2-27C4290FF6E2}"/>
              </a:ext>
            </a:extLst>
          </p:cNvPr>
          <p:cNvSpPr>
            <a:spLocks noGrp="1"/>
          </p:cNvSpPr>
          <p:nvPr>
            <p:ph sz="half" idx="1"/>
          </p:nvPr>
        </p:nvSpPr>
        <p:spPr>
          <a:xfrm>
            <a:off x="1627321" y="2330824"/>
            <a:ext cx="4693727" cy="3846139"/>
          </a:xfrm>
        </p:spPr>
        <p:txBody>
          <a:bodyPr>
            <a:normAutofit/>
          </a:bodyPr>
          <a:lstStyle>
            <a:lvl1pPr>
              <a:lnSpc>
                <a:spcPct val="100000"/>
              </a:lnSpc>
              <a:defRPr sz="1600">
                <a:latin typeface="+mj-lt"/>
                <a:cs typeface="Calibri" panose="020F0502020204030204" pitchFamily="34" charset="0"/>
              </a:defRPr>
            </a:lvl1pPr>
            <a:lvl2pPr>
              <a:lnSpc>
                <a:spcPct val="100000"/>
              </a:lnSpc>
              <a:defRPr sz="1600">
                <a:latin typeface="+mj-lt"/>
                <a:cs typeface="Calibri" panose="020F0502020204030204" pitchFamily="34" charset="0"/>
              </a:defRPr>
            </a:lvl2pPr>
            <a:lvl3pPr>
              <a:lnSpc>
                <a:spcPct val="100000"/>
              </a:lnSpc>
              <a:defRPr sz="1600">
                <a:latin typeface="+mj-lt"/>
                <a:cs typeface="Calibri" panose="020F0502020204030204" pitchFamily="34" charset="0"/>
              </a:defRPr>
            </a:lvl3pPr>
            <a:lvl4pPr>
              <a:lnSpc>
                <a:spcPct val="100000"/>
              </a:lnSpc>
              <a:defRPr sz="1600">
                <a:latin typeface="+mj-lt"/>
                <a:cs typeface="Calibri" panose="020F0502020204030204" pitchFamily="34" charset="0"/>
              </a:defRPr>
            </a:lvl4pPr>
            <a:lvl5pPr>
              <a:lnSpc>
                <a:spcPct val="100000"/>
              </a:lnSpc>
              <a:defRPr sz="1600">
                <a:latin typeface="+mj-lt"/>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A9ADB053-F5D5-D34D-B6E3-A8AB7297F1F9}"/>
              </a:ext>
            </a:extLst>
          </p:cNvPr>
          <p:cNvSpPr>
            <a:spLocks noGrp="1"/>
          </p:cNvSpPr>
          <p:nvPr>
            <p:ph sz="half" idx="2"/>
          </p:nvPr>
        </p:nvSpPr>
        <p:spPr>
          <a:xfrm>
            <a:off x="7067963" y="2330824"/>
            <a:ext cx="4693727" cy="3846139"/>
          </a:xfrm>
        </p:spPr>
        <p:txBody>
          <a:bodyPr>
            <a:normAutofit/>
          </a:bodyPr>
          <a:lstStyle>
            <a:lvl1pPr>
              <a:lnSpc>
                <a:spcPct val="100000"/>
              </a:lnSpc>
              <a:defRPr sz="1600">
                <a:latin typeface="+mj-lt"/>
                <a:cs typeface="Calibri" panose="020F0502020204030204" pitchFamily="34" charset="0"/>
              </a:defRPr>
            </a:lvl1pPr>
            <a:lvl2pPr>
              <a:lnSpc>
                <a:spcPct val="100000"/>
              </a:lnSpc>
              <a:defRPr sz="1600">
                <a:latin typeface="+mj-lt"/>
                <a:cs typeface="Calibri" panose="020F0502020204030204" pitchFamily="34" charset="0"/>
              </a:defRPr>
            </a:lvl2pPr>
            <a:lvl3pPr>
              <a:lnSpc>
                <a:spcPct val="100000"/>
              </a:lnSpc>
              <a:defRPr sz="1600">
                <a:latin typeface="+mj-lt"/>
                <a:cs typeface="Calibri" panose="020F0502020204030204" pitchFamily="34" charset="0"/>
              </a:defRPr>
            </a:lvl3pPr>
            <a:lvl4pPr>
              <a:lnSpc>
                <a:spcPct val="100000"/>
              </a:lnSpc>
              <a:defRPr sz="1600">
                <a:latin typeface="+mj-lt"/>
                <a:cs typeface="Calibri" panose="020F0502020204030204" pitchFamily="34" charset="0"/>
              </a:defRPr>
            </a:lvl4pPr>
            <a:lvl5pPr>
              <a:lnSpc>
                <a:spcPct val="100000"/>
              </a:lnSpc>
              <a:defRPr sz="1600">
                <a:latin typeface="+mj-lt"/>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
            <a:extLst>
              <a:ext uri="{FF2B5EF4-FFF2-40B4-BE49-F238E27FC236}">
                <a16:creationId xmlns:a16="http://schemas.microsoft.com/office/drawing/2014/main" id="{B75E12F7-C53F-EB47-8D86-3CE7D6B2A8FB}"/>
              </a:ext>
            </a:extLst>
          </p:cNvPr>
          <p:cNvSpPr>
            <a:spLocks noGrp="1"/>
          </p:cNvSpPr>
          <p:nvPr>
            <p:ph type="body" idx="13"/>
          </p:nvPr>
        </p:nvSpPr>
        <p:spPr>
          <a:xfrm>
            <a:off x="1627322" y="1468740"/>
            <a:ext cx="4672156" cy="823912"/>
          </a:xfrm>
        </p:spPr>
        <p:txBody>
          <a:bodyPr anchor="b">
            <a:normAutofit/>
          </a:bodyPr>
          <a:lstStyle>
            <a:lvl1pPr marL="0" indent="0">
              <a:buNone/>
              <a:defRPr sz="2800" b="1">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5" name="Text Placeholder 4">
            <a:extLst>
              <a:ext uri="{FF2B5EF4-FFF2-40B4-BE49-F238E27FC236}">
                <a16:creationId xmlns:a16="http://schemas.microsoft.com/office/drawing/2014/main" id="{0C3895DE-E9F7-5A41-91A4-BC8DE509CFFC}"/>
              </a:ext>
            </a:extLst>
          </p:cNvPr>
          <p:cNvSpPr>
            <a:spLocks noGrp="1"/>
          </p:cNvSpPr>
          <p:nvPr>
            <p:ph type="body" sz="quarter" idx="3"/>
          </p:nvPr>
        </p:nvSpPr>
        <p:spPr>
          <a:xfrm>
            <a:off x="7067963" y="1468740"/>
            <a:ext cx="4695165" cy="823912"/>
          </a:xfrm>
        </p:spPr>
        <p:txBody>
          <a:bodyPr anchor="b">
            <a:normAutofit/>
          </a:bodyPr>
          <a:lstStyle>
            <a:lvl1pPr marL="0" indent="0">
              <a:buNone/>
              <a:defRPr sz="2800" b="1">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342073714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_2">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p:txBody>
          <a:bodyPr/>
          <a:lstStyle/>
          <a:p>
            <a:fld id="{8F9F391E-143D-F948-ADAE-29AEA3C1EBFB}" type="datetimeFigureOut">
              <a:rPr lang="en-US" smtClean="0"/>
              <a:t>5/5/2026</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p>
            <a:fld id="{31FEFF75-79D2-EE46-877B-299D1510E681}" type="slidenum">
              <a:rPr lang="en-US" smtClean="0"/>
              <a:t>‹#›</a:t>
            </a:fld>
            <a:endParaRPr lang="en-US" dirty="0"/>
          </a:p>
        </p:txBody>
      </p:sp>
      <p:sp>
        <p:nvSpPr>
          <p:cNvPr id="7" name="Title 1">
            <a:extLst>
              <a:ext uri="{FF2B5EF4-FFF2-40B4-BE49-F238E27FC236}">
                <a16:creationId xmlns:a16="http://schemas.microsoft.com/office/drawing/2014/main" id="{9B04801C-3319-AC43-9484-8377A4F8F253}"/>
              </a:ext>
            </a:extLst>
          </p:cNvPr>
          <p:cNvSpPr>
            <a:spLocks noGrp="1"/>
          </p:cNvSpPr>
          <p:nvPr>
            <p:ph type="ctrTitle" hasCustomPrompt="1"/>
          </p:nvPr>
        </p:nvSpPr>
        <p:spPr>
          <a:xfrm>
            <a:off x="392623" y="339645"/>
            <a:ext cx="10134369" cy="1002552"/>
          </a:xfrm>
        </p:spPr>
        <p:txBody>
          <a:bodyPr lIns="0" rIns="0" anchor="b">
            <a:noAutofit/>
          </a:bodyPr>
          <a:lstStyle>
            <a:lvl1pPr algn="l">
              <a:defRPr sz="4500" b="0" i="0" cap="all" baseline="0">
                <a:solidFill>
                  <a:schemeClr val="accent4">
                    <a:lumMod val="75000"/>
                  </a:schemeClr>
                </a:solidFill>
                <a:latin typeface="Sagona ExtraLight" panose="02020303050505020204" pitchFamily="18" charset="0"/>
              </a:defRPr>
            </a:lvl1pPr>
          </a:lstStyle>
          <a:p>
            <a:r>
              <a:rPr lang="en-US" dirty="0"/>
              <a:t>TITLE GOE HERE</a:t>
            </a:r>
          </a:p>
        </p:txBody>
      </p:sp>
      <p:cxnSp>
        <p:nvCxnSpPr>
          <p:cNvPr id="13" name="Straight Connector 12">
            <a:extLst>
              <a:ext uri="{FF2B5EF4-FFF2-40B4-BE49-F238E27FC236}">
                <a16:creationId xmlns:a16="http://schemas.microsoft.com/office/drawing/2014/main" id="{B781E455-9E6F-1B48-A537-F86699963276}"/>
              </a:ext>
            </a:extLst>
          </p:cNvPr>
          <p:cNvCxnSpPr>
            <a:cxnSpLocks/>
          </p:cNvCxnSpPr>
          <p:nvPr userDrawn="1"/>
        </p:nvCxnSpPr>
        <p:spPr>
          <a:xfrm>
            <a:off x="392623" y="1342197"/>
            <a:ext cx="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11B2D7F8-9505-6148-BEA2-27C4290FF6E2}"/>
              </a:ext>
            </a:extLst>
          </p:cNvPr>
          <p:cNvSpPr>
            <a:spLocks noGrp="1"/>
          </p:cNvSpPr>
          <p:nvPr>
            <p:ph sz="half" idx="1"/>
          </p:nvPr>
        </p:nvSpPr>
        <p:spPr>
          <a:xfrm>
            <a:off x="392623" y="2330824"/>
            <a:ext cx="4693727" cy="3846139"/>
          </a:xfrm>
        </p:spPr>
        <p:txBody>
          <a:bodyPr>
            <a:normAutofit/>
          </a:bodyPr>
          <a:lstStyle>
            <a:lvl1pPr>
              <a:lnSpc>
                <a:spcPct val="100000"/>
              </a:lnSpc>
              <a:defRPr sz="1600">
                <a:latin typeface="+mj-lt"/>
                <a:cs typeface="Calibri" panose="020F0502020204030204" pitchFamily="34" charset="0"/>
              </a:defRPr>
            </a:lvl1pPr>
            <a:lvl2pPr>
              <a:lnSpc>
                <a:spcPct val="100000"/>
              </a:lnSpc>
              <a:defRPr sz="1600">
                <a:latin typeface="+mj-lt"/>
                <a:cs typeface="Calibri" panose="020F0502020204030204" pitchFamily="34" charset="0"/>
              </a:defRPr>
            </a:lvl2pPr>
            <a:lvl3pPr>
              <a:lnSpc>
                <a:spcPct val="100000"/>
              </a:lnSpc>
              <a:defRPr sz="1600">
                <a:latin typeface="+mj-lt"/>
                <a:cs typeface="Calibri" panose="020F0502020204030204" pitchFamily="34" charset="0"/>
              </a:defRPr>
            </a:lvl3pPr>
            <a:lvl4pPr>
              <a:lnSpc>
                <a:spcPct val="100000"/>
              </a:lnSpc>
              <a:defRPr sz="1600">
                <a:latin typeface="+mj-lt"/>
                <a:cs typeface="Calibri" panose="020F0502020204030204" pitchFamily="34" charset="0"/>
              </a:defRPr>
            </a:lvl4pPr>
            <a:lvl5pPr>
              <a:lnSpc>
                <a:spcPct val="100000"/>
              </a:lnSpc>
              <a:defRPr sz="1600">
                <a:latin typeface="+mj-lt"/>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A9ADB053-F5D5-D34D-B6E3-A8AB7297F1F9}"/>
              </a:ext>
            </a:extLst>
          </p:cNvPr>
          <p:cNvSpPr>
            <a:spLocks noGrp="1"/>
          </p:cNvSpPr>
          <p:nvPr>
            <p:ph sz="half" idx="2"/>
          </p:nvPr>
        </p:nvSpPr>
        <p:spPr>
          <a:xfrm>
            <a:off x="5833265" y="2330824"/>
            <a:ext cx="4693727" cy="3846139"/>
          </a:xfrm>
        </p:spPr>
        <p:txBody>
          <a:bodyPr>
            <a:normAutofit/>
          </a:bodyPr>
          <a:lstStyle>
            <a:lvl1pPr>
              <a:lnSpc>
                <a:spcPct val="100000"/>
              </a:lnSpc>
              <a:defRPr sz="1600">
                <a:latin typeface="+mj-lt"/>
                <a:cs typeface="Calibri" panose="020F0502020204030204" pitchFamily="34" charset="0"/>
              </a:defRPr>
            </a:lvl1pPr>
            <a:lvl2pPr>
              <a:lnSpc>
                <a:spcPct val="100000"/>
              </a:lnSpc>
              <a:defRPr sz="1600">
                <a:latin typeface="+mj-lt"/>
                <a:cs typeface="Calibri" panose="020F0502020204030204" pitchFamily="34" charset="0"/>
              </a:defRPr>
            </a:lvl2pPr>
            <a:lvl3pPr>
              <a:lnSpc>
                <a:spcPct val="100000"/>
              </a:lnSpc>
              <a:defRPr sz="1600">
                <a:latin typeface="+mj-lt"/>
                <a:cs typeface="Calibri" panose="020F0502020204030204" pitchFamily="34" charset="0"/>
              </a:defRPr>
            </a:lvl3pPr>
            <a:lvl4pPr>
              <a:lnSpc>
                <a:spcPct val="100000"/>
              </a:lnSpc>
              <a:defRPr sz="1600">
                <a:latin typeface="+mj-lt"/>
                <a:cs typeface="Calibri" panose="020F0502020204030204" pitchFamily="34" charset="0"/>
              </a:defRPr>
            </a:lvl4pPr>
            <a:lvl5pPr>
              <a:lnSpc>
                <a:spcPct val="100000"/>
              </a:lnSpc>
              <a:defRPr sz="1600">
                <a:latin typeface="+mj-lt"/>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
            <a:extLst>
              <a:ext uri="{FF2B5EF4-FFF2-40B4-BE49-F238E27FC236}">
                <a16:creationId xmlns:a16="http://schemas.microsoft.com/office/drawing/2014/main" id="{B75E12F7-C53F-EB47-8D86-3CE7D6B2A8FB}"/>
              </a:ext>
            </a:extLst>
          </p:cNvPr>
          <p:cNvSpPr>
            <a:spLocks noGrp="1"/>
          </p:cNvSpPr>
          <p:nvPr>
            <p:ph type="body" idx="13"/>
          </p:nvPr>
        </p:nvSpPr>
        <p:spPr>
          <a:xfrm>
            <a:off x="392624" y="1468740"/>
            <a:ext cx="4672156" cy="823912"/>
          </a:xfrm>
        </p:spPr>
        <p:txBody>
          <a:bodyPr anchor="b">
            <a:normAutofit/>
          </a:bodyPr>
          <a:lstStyle>
            <a:lvl1pPr marL="0" indent="0">
              <a:buNone/>
              <a:defRPr sz="2800" b="1">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5" name="Text Placeholder 4">
            <a:extLst>
              <a:ext uri="{FF2B5EF4-FFF2-40B4-BE49-F238E27FC236}">
                <a16:creationId xmlns:a16="http://schemas.microsoft.com/office/drawing/2014/main" id="{0C3895DE-E9F7-5A41-91A4-BC8DE509CFFC}"/>
              </a:ext>
            </a:extLst>
          </p:cNvPr>
          <p:cNvSpPr>
            <a:spLocks noGrp="1"/>
          </p:cNvSpPr>
          <p:nvPr>
            <p:ph type="body" sz="quarter" idx="3"/>
          </p:nvPr>
        </p:nvSpPr>
        <p:spPr>
          <a:xfrm>
            <a:off x="5833265" y="1468740"/>
            <a:ext cx="4695165" cy="823912"/>
          </a:xfrm>
        </p:spPr>
        <p:txBody>
          <a:bodyPr anchor="b">
            <a:normAutofit/>
          </a:bodyPr>
          <a:lstStyle>
            <a:lvl1pPr marL="0" indent="0">
              <a:buNone/>
              <a:defRPr sz="2800" b="1">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cxnSp>
        <p:nvCxnSpPr>
          <p:cNvPr id="17" name="Straight Connector 16">
            <a:extLst>
              <a:ext uri="{FF2B5EF4-FFF2-40B4-BE49-F238E27FC236}">
                <a16:creationId xmlns:a16="http://schemas.microsoft.com/office/drawing/2014/main" id="{E28CCA37-00BD-0A43-8647-67DD0510A7E3}"/>
              </a:ext>
            </a:extLst>
          </p:cNvPr>
          <p:cNvCxnSpPr>
            <a:cxnSpLocks/>
          </p:cNvCxnSpPr>
          <p:nvPr userDrawn="1"/>
        </p:nvCxnSpPr>
        <p:spPr>
          <a:xfrm>
            <a:off x="11057682" y="0"/>
            <a:ext cx="0" cy="685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91966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_3">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p:txBody>
          <a:bodyPr/>
          <a:lstStyle/>
          <a:p>
            <a:fld id="{8F9F391E-143D-F948-ADAE-29AEA3C1EBFB}" type="datetimeFigureOut">
              <a:rPr lang="en-US" smtClean="0"/>
              <a:t>5/5/2026</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p>
            <a:fld id="{31FEFF75-79D2-EE46-877B-299D1510E681}" type="slidenum">
              <a:rPr lang="en-US" smtClean="0"/>
              <a:t>‹#›</a:t>
            </a:fld>
            <a:endParaRPr lang="en-US" dirty="0"/>
          </a:p>
        </p:txBody>
      </p:sp>
      <p:sp>
        <p:nvSpPr>
          <p:cNvPr id="6" name="Title 1">
            <a:extLst>
              <a:ext uri="{FF2B5EF4-FFF2-40B4-BE49-F238E27FC236}">
                <a16:creationId xmlns:a16="http://schemas.microsoft.com/office/drawing/2014/main" id="{89CD5966-5C30-E943-A71E-F48460A377D6}"/>
              </a:ext>
            </a:extLst>
          </p:cNvPr>
          <p:cNvSpPr>
            <a:spLocks noGrp="1"/>
          </p:cNvSpPr>
          <p:nvPr>
            <p:ph type="ctrTitle" hasCustomPrompt="1"/>
          </p:nvPr>
        </p:nvSpPr>
        <p:spPr>
          <a:xfrm>
            <a:off x="392623" y="339645"/>
            <a:ext cx="11369068" cy="1002552"/>
          </a:xfrm>
        </p:spPr>
        <p:txBody>
          <a:bodyPr lIns="0" rIns="0" anchor="b">
            <a:noAutofit/>
          </a:bodyPr>
          <a:lstStyle>
            <a:lvl1pPr algn="l">
              <a:defRPr sz="4500" b="0" i="0" cap="all" baseline="0">
                <a:solidFill>
                  <a:schemeClr val="accent4">
                    <a:lumMod val="75000"/>
                  </a:schemeClr>
                </a:solidFill>
                <a:latin typeface="Sagona ExtraLight" panose="02020303050505020204" pitchFamily="18" charset="0"/>
              </a:defRPr>
            </a:lvl1pPr>
          </a:lstStyle>
          <a:p>
            <a:r>
              <a:rPr lang="en-US" dirty="0"/>
              <a:t>TITLE GOE HERE</a:t>
            </a:r>
          </a:p>
        </p:txBody>
      </p:sp>
      <p:sp>
        <p:nvSpPr>
          <p:cNvPr id="8" name="Content Placeholder 2">
            <a:extLst>
              <a:ext uri="{FF2B5EF4-FFF2-40B4-BE49-F238E27FC236}">
                <a16:creationId xmlns:a16="http://schemas.microsoft.com/office/drawing/2014/main" id="{CF969977-F5DB-3A45-9E9E-556F0938C059}"/>
              </a:ext>
            </a:extLst>
          </p:cNvPr>
          <p:cNvSpPr>
            <a:spLocks noGrp="1"/>
          </p:cNvSpPr>
          <p:nvPr>
            <p:ph sz="half" idx="1"/>
          </p:nvPr>
        </p:nvSpPr>
        <p:spPr>
          <a:xfrm>
            <a:off x="392623" y="2330824"/>
            <a:ext cx="5181600" cy="3846139"/>
          </a:xfrm>
        </p:spPr>
        <p:txBody>
          <a:bodyPr>
            <a:normAutofit/>
          </a:bodyPr>
          <a:lstStyle>
            <a:lvl1pPr>
              <a:lnSpc>
                <a:spcPct val="100000"/>
              </a:lnSpc>
              <a:defRPr sz="1600">
                <a:latin typeface="+mj-lt"/>
                <a:cs typeface="Calibri" panose="020F0502020204030204" pitchFamily="34" charset="0"/>
              </a:defRPr>
            </a:lvl1pPr>
            <a:lvl2pPr>
              <a:lnSpc>
                <a:spcPct val="100000"/>
              </a:lnSpc>
              <a:defRPr sz="1600">
                <a:latin typeface="+mj-lt"/>
                <a:cs typeface="Calibri" panose="020F0502020204030204" pitchFamily="34" charset="0"/>
              </a:defRPr>
            </a:lvl2pPr>
            <a:lvl3pPr>
              <a:lnSpc>
                <a:spcPct val="100000"/>
              </a:lnSpc>
              <a:defRPr sz="1600">
                <a:latin typeface="+mj-lt"/>
                <a:cs typeface="Calibri" panose="020F0502020204030204" pitchFamily="34" charset="0"/>
              </a:defRPr>
            </a:lvl3pPr>
            <a:lvl4pPr>
              <a:lnSpc>
                <a:spcPct val="100000"/>
              </a:lnSpc>
              <a:defRPr sz="1600">
                <a:latin typeface="+mj-lt"/>
                <a:cs typeface="Calibri" panose="020F0502020204030204" pitchFamily="34" charset="0"/>
              </a:defRPr>
            </a:lvl4pPr>
            <a:lvl5pPr>
              <a:lnSpc>
                <a:spcPct val="100000"/>
              </a:lnSpc>
              <a:defRPr sz="1600">
                <a:latin typeface="+mj-lt"/>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a:extLst>
              <a:ext uri="{FF2B5EF4-FFF2-40B4-BE49-F238E27FC236}">
                <a16:creationId xmlns:a16="http://schemas.microsoft.com/office/drawing/2014/main" id="{36D6BBCB-7852-8449-BC02-C5471A775B24}"/>
              </a:ext>
            </a:extLst>
          </p:cNvPr>
          <p:cNvSpPr>
            <a:spLocks noGrp="1"/>
          </p:cNvSpPr>
          <p:nvPr>
            <p:ph sz="half" idx="2"/>
          </p:nvPr>
        </p:nvSpPr>
        <p:spPr>
          <a:xfrm>
            <a:off x="6172200" y="2330824"/>
            <a:ext cx="5181600" cy="3846139"/>
          </a:xfrm>
        </p:spPr>
        <p:txBody>
          <a:bodyPr>
            <a:normAutofit/>
          </a:bodyPr>
          <a:lstStyle>
            <a:lvl1pPr>
              <a:lnSpc>
                <a:spcPct val="100000"/>
              </a:lnSpc>
              <a:defRPr sz="1600">
                <a:latin typeface="+mj-lt"/>
                <a:cs typeface="Calibri" panose="020F0502020204030204" pitchFamily="34" charset="0"/>
              </a:defRPr>
            </a:lvl1pPr>
            <a:lvl2pPr>
              <a:lnSpc>
                <a:spcPct val="100000"/>
              </a:lnSpc>
              <a:defRPr sz="1600">
                <a:latin typeface="+mj-lt"/>
                <a:cs typeface="Calibri" panose="020F0502020204030204" pitchFamily="34" charset="0"/>
              </a:defRPr>
            </a:lvl2pPr>
            <a:lvl3pPr>
              <a:lnSpc>
                <a:spcPct val="100000"/>
              </a:lnSpc>
              <a:defRPr sz="1600">
                <a:latin typeface="+mj-lt"/>
                <a:cs typeface="Calibri" panose="020F0502020204030204" pitchFamily="34" charset="0"/>
              </a:defRPr>
            </a:lvl3pPr>
            <a:lvl4pPr>
              <a:lnSpc>
                <a:spcPct val="100000"/>
              </a:lnSpc>
              <a:defRPr sz="1600">
                <a:latin typeface="+mj-lt"/>
                <a:cs typeface="Calibri" panose="020F0502020204030204" pitchFamily="34" charset="0"/>
              </a:defRPr>
            </a:lvl4pPr>
            <a:lvl5pPr>
              <a:lnSpc>
                <a:spcPct val="100000"/>
              </a:lnSpc>
              <a:defRPr sz="1600">
                <a:latin typeface="+mj-lt"/>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
            <a:extLst>
              <a:ext uri="{FF2B5EF4-FFF2-40B4-BE49-F238E27FC236}">
                <a16:creationId xmlns:a16="http://schemas.microsoft.com/office/drawing/2014/main" id="{725055FA-EC63-034E-B383-78552FAEA374}"/>
              </a:ext>
            </a:extLst>
          </p:cNvPr>
          <p:cNvSpPr>
            <a:spLocks noGrp="1"/>
          </p:cNvSpPr>
          <p:nvPr>
            <p:ph type="body" idx="13"/>
          </p:nvPr>
        </p:nvSpPr>
        <p:spPr>
          <a:xfrm>
            <a:off x="392623" y="1468740"/>
            <a:ext cx="5157787" cy="823912"/>
          </a:xfrm>
        </p:spPr>
        <p:txBody>
          <a:bodyPr anchor="b">
            <a:normAutofit/>
          </a:bodyPr>
          <a:lstStyle>
            <a:lvl1pPr marL="0" indent="0">
              <a:buNone/>
              <a:defRPr sz="2800" b="1">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4">
            <a:extLst>
              <a:ext uri="{FF2B5EF4-FFF2-40B4-BE49-F238E27FC236}">
                <a16:creationId xmlns:a16="http://schemas.microsoft.com/office/drawing/2014/main" id="{163F1262-F0B7-5B4F-A1EE-7A2D9835E6EC}"/>
              </a:ext>
            </a:extLst>
          </p:cNvPr>
          <p:cNvSpPr>
            <a:spLocks noGrp="1"/>
          </p:cNvSpPr>
          <p:nvPr>
            <p:ph type="body" sz="quarter" idx="3"/>
          </p:nvPr>
        </p:nvSpPr>
        <p:spPr>
          <a:xfrm>
            <a:off x="6172200" y="1468740"/>
            <a:ext cx="5183188" cy="823912"/>
          </a:xfrm>
        </p:spPr>
        <p:txBody>
          <a:bodyPr anchor="b">
            <a:normAutofit/>
          </a:bodyPr>
          <a:lstStyle>
            <a:lvl1pPr marL="0" indent="0">
              <a:buNone/>
              <a:defRPr sz="2800" b="1">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cxnSp>
        <p:nvCxnSpPr>
          <p:cNvPr id="13" name="Straight Connector 12">
            <a:extLst>
              <a:ext uri="{FF2B5EF4-FFF2-40B4-BE49-F238E27FC236}">
                <a16:creationId xmlns:a16="http://schemas.microsoft.com/office/drawing/2014/main" id="{55F5877A-6F1B-5C4C-8792-78CDE344D0E0}"/>
              </a:ext>
            </a:extLst>
          </p:cNvPr>
          <p:cNvCxnSpPr>
            <a:cxnSpLocks/>
          </p:cNvCxnSpPr>
          <p:nvPr userDrawn="1"/>
        </p:nvCxnSpPr>
        <p:spPr>
          <a:xfrm>
            <a:off x="392623" y="1405468"/>
            <a:ext cx="11369068"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58164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_5">
    <p:spTree>
      <p:nvGrpSpPr>
        <p:cNvPr id="1" name=""/>
        <p:cNvGrpSpPr/>
        <p:nvPr/>
      </p:nvGrpSpPr>
      <p:grpSpPr>
        <a:xfrm>
          <a:off x="0" y="0"/>
          <a:ext cx="0" cy="0"/>
          <a:chOff x="0" y="0"/>
          <a:chExt cx="0" cy="0"/>
        </a:xfrm>
      </p:grpSpPr>
      <p:sp>
        <p:nvSpPr>
          <p:cNvPr id="12" name="Picture Placeholder 5">
            <a:extLst>
              <a:ext uri="{FF2B5EF4-FFF2-40B4-BE49-F238E27FC236}">
                <a16:creationId xmlns:a16="http://schemas.microsoft.com/office/drawing/2014/main" id="{C5233AE2-5078-C34D-8EAD-6F7B344F5241}"/>
              </a:ext>
            </a:extLst>
          </p:cNvPr>
          <p:cNvSpPr>
            <a:spLocks noGrp="1"/>
          </p:cNvSpPr>
          <p:nvPr>
            <p:ph type="pic" sz="quarter" idx="15"/>
          </p:nvPr>
        </p:nvSpPr>
        <p:spPr>
          <a:xfrm>
            <a:off x="1" y="-1"/>
            <a:ext cx="12192000" cy="6857999"/>
          </a:xfrm>
          <a:custGeom>
            <a:avLst/>
            <a:gdLst>
              <a:gd name="connsiteX0" fmla="*/ 0 w 5822209"/>
              <a:gd name="connsiteY0" fmla="*/ 0 h 4427316"/>
              <a:gd name="connsiteX1" fmla="*/ 5822209 w 5822209"/>
              <a:gd name="connsiteY1" fmla="*/ 0 h 4427316"/>
              <a:gd name="connsiteX2" fmla="*/ 5822209 w 5822209"/>
              <a:gd name="connsiteY2" fmla="*/ 4427316 h 4427316"/>
              <a:gd name="connsiteX3" fmla="*/ 0 w 5822209"/>
              <a:gd name="connsiteY3" fmla="*/ 4427316 h 4427316"/>
            </a:gdLst>
            <a:ahLst/>
            <a:cxnLst>
              <a:cxn ang="0">
                <a:pos x="connsiteX0" y="connsiteY0"/>
              </a:cxn>
              <a:cxn ang="0">
                <a:pos x="connsiteX1" y="connsiteY1"/>
              </a:cxn>
              <a:cxn ang="0">
                <a:pos x="connsiteX2" y="connsiteY2"/>
              </a:cxn>
              <a:cxn ang="0">
                <a:pos x="connsiteX3" y="connsiteY3"/>
              </a:cxn>
            </a:cxnLst>
            <a:rect l="l" t="t" r="r" b="b"/>
            <a:pathLst>
              <a:path w="5822209" h="4427316">
                <a:moveTo>
                  <a:pt x="0" y="0"/>
                </a:moveTo>
                <a:lnTo>
                  <a:pt x="5822209" y="0"/>
                </a:lnTo>
                <a:lnTo>
                  <a:pt x="5822209" y="4427316"/>
                </a:lnTo>
                <a:lnTo>
                  <a:pt x="0" y="4427316"/>
                </a:lnTo>
                <a:close/>
              </a:path>
            </a:pathLst>
          </a:custGeom>
          <a:solidFill>
            <a:schemeClr val="accent4">
              <a:lumMod val="50000"/>
            </a:schemeClr>
          </a:solidFill>
        </p:spPr>
        <p:txBody>
          <a:bodyPr wrap="square">
            <a:noAutofit/>
          </a:bodyPr>
          <a:lstStyle/>
          <a:p>
            <a:r>
              <a:rPr lang="en-US"/>
              <a:t>Click icon to add picture</a:t>
            </a:r>
            <a:endParaRPr lang="en-US" dirty="0"/>
          </a:p>
        </p:txBody>
      </p:sp>
      <p:cxnSp>
        <p:nvCxnSpPr>
          <p:cNvPr id="14" name="Straight Connector 13">
            <a:extLst>
              <a:ext uri="{FF2B5EF4-FFF2-40B4-BE49-F238E27FC236}">
                <a16:creationId xmlns:a16="http://schemas.microsoft.com/office/drawing/2014/main" id="{24699EEF-FB75-1A46-B6B6-39CCF65A9EA4}"/>
              </a:ext>
            </a:extLst>
          </p:cNvPr>
          <p:cNvCxnSpPr>
            <a:cxnSpLocks/>
          </p:cNvCxnSpPr>
          <p:nvPr userDrawn="1"/>
        </p:nvCxnSpPr>
        <p:spPr>
          <a:xfrm>
            <a:off x="0" y="5992966"/>
            <a:ext cx="12192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p:txBody>
          <a:bodyPr/>
          <a:lstStyle/>
          <a:p>
            <a:fld id="{8F9F391E-143D-F948-ADAE-29AEA3C1EBFB}" type="datetimeFigureOut">
              <a:rPr lang="en-US" smtClean="0"/>
              <a:t>5/5/2026</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p>
            <a:fld id="{31FEFF75-79D2-EE46-877B-299D1510E681}" type="slidenum">
              <a:rPr lang="en-US" smtClean="0"/>
              <a:t>‹#›</a:t>
            </a:fld>
            <a:endParaRPr lang="en-US" dirty="0"/>
          </a:p>
        </p:txBody>
      </p:sp>
      <p:sp>
        <p:nvSpPr>
          <p:cNvPr id="6" name="Title 1">
            <a:extLst>
              <a:ext uri="{FF2B5EF4-FFF2-40B4-BE49-F238E27FC236}">
                <a16:creationId xmlns:a16="http://schemas.microsoft.com/office/drawing/2014/main" id="{89CD5966-5C30-E943-A71E-F48460A377D6}"/>
              </a:ext>
            </a:extLst>
          </p:cNvPr>
          <p:cNvSpPr>
            <a:spLocks noGrp="1"/>
          </p:cNvSpPr>
          <p:nvPr>
            <p:ph type="ctrTitle" hasCustomPrompt="1"/>
          </p:nvPr>
        </p:nvSpPr>
        <p:spPr>
          <a:xfrm>
            <a:off x="392623" y="339645"/>
            <a:ext cx="11369068" cy="1002552"/>
          </a:xfrm>
        </p:spPr>
        <p:txBody>
          <a:bodyPr lIns="0" rIns="0" anchor="b">
            <a:noAutofit/>
          </a:bodyPr>
          <a:lstStyle>
            <a:lvl1pPr algn="l">
              <a:defRPr sz="4500" b="0" i="0" cap="all" baseline="0">
                <a:solidFill>
                  <a:schemeClr val="bg1"/>
                </a:solidFill>
                <a:latin typeface="Sagona ExtraLight" panose="02020303050505020204" pitchFamily="18" charset="0"/>
              </a:defRPr>
            </a:lvl1pPr>
          </a:lstStyle>
          <a:p>
            <a:r>
              <a:rPr lang="en-US" dirty="0"/>
              <a:t>TITLE GOE HERE</a:t>
            </a:r>
          </a:p>
        </p:txBody>
      </p:sp>
      <p:sp>
        <p:nvSpPr>
          <p:cNvPr id="8" name="Content Placeholder 2">
            <a:extLst>
              <a:ext uri="{FF2B5EF4-FFF2-40B4-BE49-F238E27FC236}">
                <a16:creationId xmlns:a16="http://schemas.microsoft.com/office/drawing/2014/main" id="{CF969977-F5DB-3A45-9E9E-556F0938C059}"/>
              </a:ext>
            </a:extLst>
          </p:cNvPr>
          <p:cNvSpPr>
            <a:spLocks noGrp="1"/>
          </p:cNvSpPr>
          <p:nvPr>
            <p:ph sz="half" idx="1"/>
          </p:nvPr>
        </p:nvSpPr>
        <p:spPr>
          <a:xfrm>
            <a:off x="392623" y="2330824"/>
            <a:ext cx="5181600" cy="3846139"/>
          </a:xfrm>
        </p:spPr>
        <p:txBody>
          <a:bodyPr>
            <a:normAutofit/>
          </a:bodyPr>
          <a:lstStyle>
            <a:lvl1pPr>
              <a:lnSpc>
                <a:spcPct val="100000"/>
              </a:lnSpc>
              <a:defRPr sz="1600">
                <a:solidFill>
                  <a:schemeClr val="bg1"/>
                </a:solidFill>
                <a:latin typeface="+mj-lt"/>
                <a:cs typeface="Calibri" panose="020F0502020204030204" pitchFamily="34" charset="0"/>
              </a:defRPr>
            </a:lvl1pPr>
            <a:lvl2pPr>
              <a:lnSpc>
                <a:spcPct val="100000"/>
              </a:lnSpc>
              <a:defRPr sz="1600">
                <a:solidFill>
                  <a:schemeClr val="bg1"/>
                </a:solidFill>
                <a:latin typeface="+mj-lt"/>
                <a:cs typeface="Calibri" panose="020F0502020204030204" pitchFamily="34" charset="0"/>
              </a:defRPr>
            </a:lvl2pPr>
            <a:lvl3pPr>
              <a:lnSpc>
                <a:spcPct val="100000"/>
              </a:lnSpc>
              <a:defRPr sz="1600">
                <a:solidFill>
                  <a:schemeClr val="bg1"/>
                </a:solidFill>
                <a:latin typeface="+mj-lt"/>
                <a:cs typeface="Calibri" panose="020F0502020204030204" pitchFamily="34" charset="0"/>
              </a:defRPr>
            </a:lvl3pPr>
            <a:lvl4pPr>
              <a:lnSpc>
                <a:spcPct val="100000"/>
              </a:lnSpc>
              <a:defRPr sz="1600">
                <a:solidFill>
                  <a:schemeClr val="bg1"/>
                </a:solidFill>
                <a:latin typeface="+mj-lt"/>
                <a:cs typeface="Calibri" panose="020F0502020204030204" pitchFamily="34" charset="0"/>
              </a:defRPr>
            </a:lvl4pPr>
            <a:lvl5pPr>
              <a:lnSpc>
                <a:spcPct val="100000"/>
              </a:lnSpc>
              <a:defRPr sz="1600">
                <a:solidFill>
                  <a:schemeClr val="bg1"/>
                </a:solidFill>
                <a:latin typeface="+mj-lt"/>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a:extLst>
              <a:ext uri="{FF2B5EF4-FFF2-40B4-BE49-F238E27FC236}">
                <a16:creationId xmlns:a16="http://schemas.microsoft.com/office/drawing/2014/main" id="{36D6BBCB-7852-8449-BC02-C5471A775B24}"/>
              </a:ext>
            </a:extLst>
          </p:cNvPr>
          <p:cNvSpPr>
            <a:spLocks noGrp="1"/>
          </p:cNvSpPr>
          <p:nvPr>
            <p:ph sz="half" idx="2"/>
          </p:nvPr>
        </p:nvSpPr>
        <p:spPr>
          <a:xfrm>
            <a:off x="6172200" y="2330824"/>
            <a:ext cx="5181600" cy="3846139"/>
          </a:xfrm>
        </p:spPr>
        <p:txBody>
          <a:bodyPr>
            <a:normAutofit/>
          </a:bodyPr>
          <a:lstStyle>
            <a:lvl1pPr>
              <a:lnSpc>
                <a:spcPct val="100000"/>
              </a:lnSpc>
              <a:defRPr sz="1600">
                <a:solidFill>
                  <a:schemeClr val="bg1"/>
                </a:solidFill>
                <a:latin typeface="+mj-lt"/>
                <a:cs typeface="Calibri" panose="020F0502020204030204" pitchFamily="34" charset="0"/>
              </a:defRPr>
            </a:lvl1pPr>
            <a:lvl2pPr>
              <a:lnSpc>
                <a:spcPct val="100000"/>
              </a:lnSpc>
              <a:defRPr sz="1600">
                <a:solidFill>
                  <a:schemeClr val="bg1"/>
                </a:solidFill>
                <a:latin typeface="+mj-lt"/>
                <a:cs typeface="Calibri" panose="020F0502020204030204" pitchFamily="34" charset="0"/>
              </a:defRPr>
            </a:lvl2pPr>
            <a:lvl3pPr>
              <a:lnSpc>
                <a:spcPct val="100000"/>
              </a:lnSpc>
              <a:defRPr sz="1600">
                <a:solidFill>
                  <a:schemeClr val="bg1"/>
                </a:solidFill>
                <a:latin typeface="+mj-lt"/>
                <a:cs typeface="Calibri" panose="020F0502020204030204" pitchFamily="34" charset="0"/>
              </a:defRPr>
            </a:lvl3pPr>
            <a:lvl4pPr>
              <a:lnSpc>
                <a:spcPct val="100000"/>
              </a:lnSpc>
              <a:defRPr sz="1600">
                <a:solidFill>
                  <a:schemeClr val="bg1"/>
                </a:solidFill>
                <a:latin typeface="+mj-lt"/>
                <a:cs typeface="Calibri" panose="020F0502020204030204" pitchFamily="34" charset="0"/>
              </a:defRPr>
            </a:lvl4pPr>
            <a:lvl5pPr>
              <a:lnSpc>
                <a:spcPct val="100000"/>
              </a:lnSpc>
              <a:defRPr sz="1600">
                <a:solidFill>
                  <a:schemeClr val="bg1"/>
                </a:solidFill>
                <a:latin typeface="+mj-lt"/>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
            <a:extLst>
              <a:ext uri="{FF2B5EF4-FFF2-40B4-BE49-F238E27FC236}">
                <a16:creationId xmlns:a16="http://schemas.microsoft.com/office/drawing/2014/main" id="{725055FA-EC63-034E-B383-78552FAEA374}"/>
              </a:ext>
            </a:extLst>
          </p:cNvPr>
          <p:cNvSpPr>
            <a:spLocks noGrp="1"/>
          </p:cNvSpPr>
          <p:nvPr>
            <p:ph type="body" idx="13"/>
          </p:nvPr>
        </p:nvSpPr>
        <p:spPr>
          <a:xfrm>
            <a:off x="392623" y="1468740"/>
            <a:ext cx="5157787" cy="823912"/>
          </a:xfrm>
        </p:spPr>
        <p:txBody>
          <a:bodyPr anchor="b">
            <a:normAutofit/>
          </a:bodyPr>
          <a:lstStyle>
            <a:lvl1pPr marL="0" indent="0">
              <a:buNone/>
              <a:defRPr sz="2800" b="1">
                <a:solidFill>
                  <a:schemeClr val="bg1"/>
                </a:solidFill>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4">
            <a:extLst>
              <a:ext uri="{FF2B5EF4-FFF2-40B4-BE49-F238E27FC236}">
                <a16:creationId xmlns:a16="http://schemas.microsoft.com/office/drawing/2014/main" id="{163F1262-F0B7-5B4F-A1EE-7A2D9835E6EC}"/>
              </a:ext>
            </a:extLst>
          </p:cNvPr>
          <p:cNvSpPr>
            <a:spLocks noGrp="1"/>
          </p:cNvSpPr>
          <p:nvPr>
            <p:ph type="body" sz="quarter" idx="3"/>
          </p:nvPr>
        </p:nvSpPr>
        <p:spPr>
          <a:xfrm>
            <a:off x="6172200" y="1468740"/>
            <a:ext cx="5183188" cy="823912"/>
          </a:xfrm>
        </p:spPr>
        <p:txBody>
          <a:bodyPr anchor="b">
            <a:normAutofit/>
          </a:bodyPr>
          <a:lstStyle>
            <a:lvl1pPr marL="0" indent="0">
              <a:buNone/>
              <a:defRPr sz="2800" b="1">
                <a:solidFill>
                  <a:schemeClr val="bg1"/>
                </a:solidFill>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cxnSp>
        <p:nvCxnSpPr>
          <p:cNvPr id="13" name="Straight Connector 12">
            <a:extLst>
              <a:ext uri="{FF2B5EF4-FFF2-40B4-BE49-F238E27FC236}">
                <a16:creationId xmlns:a16="http://schemas.microsoft.com/office/drawing/2014/main" id="{55F5877A-6F1B-5C4C-8792-78CDE344D0E0}"/>
              </a:ext>
            </a:extLst>
          </p:cNvPr>
          <p:cNvCxnSpPr>
            <a:cxnSpLocks/>
          </p:cNvCxnSpPr>
          <p:nvPr userDrawn="1"/>
        </p:nvCxnSpPr>
        <p:spPr>
          <a:xfrm>
            <a:off x="392623" y="1405468"/>
            <a:ext cx="11369068"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996902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mage_2">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392623" y="588936"/>
            <a:ext cx="11432584" cy="5976637"/>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accent4">
              <a:lumMod val="50000"/>
            </a:schemeClr>
          </a:solidFill>
        </p:spPr>
        <p:txBody>
          <a:bodyPr wrap="square" anchor="ctr">
            <a:noAutofit/>
          </a:bodyPr>
          <a:lstStyle>
            <a:lvl1pPr algn="ctr">
              <a:defRPr sz="1600"/>
            </a:lvl1pPr>
          </a:lstStyle>
          <a:p>
            <a:r>
              <a:rPr lang="en-US"/>
              <a:t>Click icon to add picture</a:t>
            </a:r>
            <a:endParaRPr lang="en-US" dirty="0"/>
          </a:p>
        </p:txBody>
      </p:sp>
      <p:cxnSp>
        <p:nvCxnSpPr>
          <p:cNvPr id="5" name="Straight Connector 4">
            <a:extLst>
              <a:ext uri="{FF2B5EF4-FFF2-40B4-BE49-F238E27FC236}">
                <a16:creationId xmlns:a16="http://schemas.microsoft.com/office/drawing/2014/main" id="{2C41291C-383F-CF4B-AB8E-2B40741A62AF}"/>
              </a:ext>
            </a:extLst>
          </p:cNvPr>
          <p:cNvCxnSpPr>
            <a:cxnSpLocks/>
          </p:cNvCxnSpPr>
          <p:nvPr userDrawn="1"/>
        </p:nvCxnSpPr>
        <p:spPr>
          <a:xfrm>
            <a:off x="0" y="292426"/>
            <a:ext cx="1219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34C5937-11C0-4E5A-867C-7AB68EA5327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719577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Image_3">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392623" y="292426"/>
            <a:ext cx="10219457" cy="6273148"/>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accent4">
              <a:lumMod val="50000"/>
            </a:schemeClr>
          </a:solidFill>
        </p:spPr>
        <p:txBody>
          <a:bodyPr wrap="square" anchor="ctr">
            <a:noAutofit/>
          </a:bodyPr>
          <a:lstStyle>
            <a:lvl1pPr algn="ctr">
              <a:defRPr sz="1600"/>
            </a:lvl1pPr>
          </a:lstStyle>
          <a:p>
            <a:r>
              <a:rPr lang="en-US"/>
              <a:t>Click icon to add picture</a:t>
            </a:r>
            <a:endParaRPr lang="en-US" dirty="0"/>
          </a:p>
        </p:txBody>
      </p:sp>
      <p:cxnSp>
        <p:nvCxnSpPr>
          <p:cNvPr id="4" name="Straight Connector 3">
            <a:extLst>
              <a:ext uri="{FF2B5EF4-FFF2-40B4-BE49-F238E27FC236}">
                <a16:creationId xmlns:a16="http://schemas.microsoft.com/office/drawing/2014/main" id="{F516C013-C8E5-B44C-B6D6-DE71D0CC52C4}"/>
              </a:ext>
            </a:extLst>
          </p:cNvPr>
          <p:cNvCxnSpPr>
            <a:cxnSpLocks/>
          </p:cNvCxnSpPr>
          <p:nvPr userDrawn="1"/>
        </p:nvCxnSpPr>
        <p:spPr>
          <a:xfrm>
            <a:off x="11057682" y="0"/>
            <a:ext cx="0" cy="685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4E2D069-321B-434C-BB63-530EE51B64A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121835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mage_4">
    <p:bg>
      <p:bgPr>
        <a:solidFill>
          <a:schemeClr val="accent4">
            <a:lumMod val="50000"/>
          </a:schemeClr>
        </a:solidFill>
        <a:effectLst/>
      </p:bgPr>
    </p:bg>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1134319" y="0"/>
            <a:ext cx="1105768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accent4">
              <a:lumMod val="50000"/>
            </a:schemeClr>
          </a:solidFill>
        </p:spPr>
        <p:txBody>
          <a:bodyPr wrap="square" anchor="ctr">
            <a:noAutofit/>
          </a:bodyPr>
          <a:lstStyle>
            <a:lvl1pPr algn="ctr">
              <a:defRPr sz="1600"/>
            </a:lvl1pPr>
          </a:lstStyle>
          <a:p>
            <a:r>
              <a:rPr lang="en-US"/>
              <a:t>Click icon to add picture</a:t>
            </a:r>
            <a:endParaRPr lang="en-US" dirty="0"/>
          </a:p>
        </p:txBody>
      </p:sp>
      <p:cxnSp>
        <p:nvCxnSpPr>
          <p:cNvPr id="5" name="Straight Connector 4">
            <a:extLst>
              <a:ext uri="{FF2B5EF4-FFF2-40B4-BE49-F238E27FC236}">
                <a16:creationId xmlns:a16="http://schemas.microsoft.com/office/drawing/2014/main" id="{DCA0415B-CCA3-7142-BDAA-6DAC63FB634C}"/>
              </a:ext>
            </a:extLst>
          </p:cNvPr>
          <p:cNvCxnSpPr>
            <a:cxnSpLocks/>
          </p:cNvCxnSpPr>
          <p:nvPr userDrawn="1"/>
        </p:nvCxnSpPr>
        <p:spPr>
          <a:xfrm>
            <a:off x="1124487" y="0"/>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3040D77-4CF4-4BFB-9FFB-8C9746D3906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4926477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Image_5">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0" y="0"/>
            <a:ext cx="12191999"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accent4">
              <a:lumMod val="50000"/>
            </a:schemeClr>
          </a:solidFill>
        </p:spPr>
        <p:txBody>
          <a:bodyPr wrap="square" anchor="ctr">
            <a:noAutofit/>
          </a:bodyPr>
          <a:lstStyle>
            <a:lvl1pPr algn="ctr">
              <a:defRPr sz="1600"/>
            </a:lvl1pPr>
          </a:lstStyle>
          <a:p>
            <a:r>
              <a:rPr lang="en-US"/>
              <a:t>Click icon to add picture</a:t>
            </a:r>
            <a:endParaRPr lang="en-US" dirty="0"/>
          </a:p>
        </p:txBody>
      </p:sp>
      <p:cxnSp>
        <p:nvCxnSpPr>
          <p:cNvPr id="7" name="Straight Connector 6">
            <a:extLst>
              <a:ext uri="{FF2B5EF4-FFF2-40B4-BE49-F238E27FC236}">
                <a16:creationId xmlns:a16="http://schemas.microsoft.com/office/drawing/2014/main" id="{43A34E77-65E8-214A-93DD-907ECB950F42}"/>
              </a:ext>
            </a:extLst>
          </p:cNvPr>
          <p:cNvCxnSpPr>
            <a:cxnSpLocks/>
          </p:cNvCxnSpPr>
          <p:nvPr userDrawn="1"/>
        </p:nvCxnSpPr>
        <p:spPr>
          <a:xfrm>
            <a:off x="0" y="5992966"/>
            <a:ext cx="12192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9C15D6B-DF62-4A31-87F3-2084A6C590A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4789345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mage and Content_1">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p:txBody>
          <a:bodyPr/>
          <a:lstStyle/>
          <a:p>
            <a:fld id="{8F9F391E-143D-F948-ADAE-29AEA3C1EBFB}" type="datetimeFigureOut">
              <a:rPr lang="en-US" smtClean="0"/>
              <a:t>5/5/2026</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p>
            <a:fld id="{31FEFF75-79D2-EE46-877B-299D1510E681}" type="slidenum">
              <a:rPr lang="en-US" smtClean="0"/>
              <a:t>‹#›</a:t>
            </a:fld>
            <a:endParaRPr lang="en-US" dirty="0"/>
          </a:p>
        </p:txBody>
      </p:sp>
      <p:sp>
        <p:nvSpPr>
          <p:cNvPr id="6" name="Picture Placeholder 8">
            <a:extLst>
              <a:ext uri="{FF2B5EF4-FFF2-40B4-BE49-F238E27FC236}">
                <a16:creationId xmlns:a16="http://schemas.microsoft.com/office/drawing/2014/main" id="{E0B206EA-4BA0-3F4C-A4ED-E78F311CD8A8}"/>
              </a:ext>
            </a:extLst>
          </p:cNvPr>
          <p:cNvSpPr>
            <a:spLocks noGrp="1"/>
          </p:cNvSpPr>
          <p:nvPr>
            <p:ph type="pic" sz="quarter" idx="13"/>
          </p:nvPr>
        </p:nvSpPr>
        <p:spPr>
          <a:xfrm>
            <a:off x="6993359" y="1"/>
            <a:ext cx="5198641" cy="6858002"/>
          </a:xfrm>
          <a:prstGeom prst="rect">
            <a:avLst/>
          </a:prstGeom>
          <a:solidFill>
            <a:schemeClr val="accent4">
              <a:lumMod val="50000"/>
            </a:schemeClr>
          </a:solidFill>
        </p:spPr>
        <p:txBody>
          <a:bodyPr/>
          <a:lstStyle/>
          <a:p>
            <a:r>
              <a:rPr lang="en-US"/>
              <a:t>Click icon to add picture</a:t>
            </a:r>
            <a:endParaRPr lang="id-ID" dirty="0"/>
          </a:p>
        </p:txBody>
      </p:sp>
      <p:sp>
        <p:nvSpPr>
          <p:cNvPr id="7" name="Title 1">
            <a:extLst>
              <a:ext uri="{FF2B5EF4-FFF2-40B4-BE49-F238E27FC236}">
                <a16:creationId xmlns:a16="http://schemas.microsoft.com/office/drawing/2014/main" id="{9B04801C-3319-AC43-9484-8377A4F8F253}"/>
              </a:ext>
            </a:extLst>
          </p:cNvPr>
          <p:cNvSpPr>
            <a:spLocks noGrp="1"/>
          </p:cNvSpPr>
          <p:nvPr>
            <p:ph type="ctrTitle" hasCustomPrompt="1"/>
          </p:nvPr>
        </p:nvSpPr>
        <p:spPr>
          <a:xfrm>
            <a:off x="1648661" y="339645"/>
            <a:ext cx="4890577" cy="1002552"/>
          </a:xfrm>
        </p:spPr>
        <p:txBody>
          <a:bodyPr lIns="0" rIns="0" anchor="b">
            <a:noAutofit/>
          </a:bodyPr>
          <a:lstStyle>
            <a:lvl1pPr algn="l">
              <a:defRPr sz="4500" b="0" i="0" cap="all" baseline="0">
                <a:solidFill>
                  <a:schemeClr val="accent4">
                    <a:lumMod val="75000"/>
                  </a:schemeClr>
                </a:solidFill>
                <a:latin typeface="Sagona ExtraLight" panose="02020303050505020204" pitchFamily="18" charset="0"/>
              </a:defRPr>
            </a:lvl1pPr>
          </a:lstStyle>
          <a:p>
            <a:r>
              <a:rPr lang="en-US" dirty="0"/>
              <a:t>TITLE GOE HERE</a:t>
            </a:r>
          </a:p>
        </p:txBody>
      </p:sp>
      <p:sp>
        <p:nvSpPr>
          <p:cNvPr id="11" name="Text Placeholder 10">
            <a:extLst>
              <a:ext uri="{FF2B5EF4-FFF2-40B4-BE49-F238E27FC236}">
                <a16:creationId xmlns:a16="http://schemas.microsoft.com/office/drawing/2014/main" id="{3D67D640-AB06-EE4B-868D-F46A30705F62}"/>
              </a:ext>
            </a:extLst>
          </p:cNvPr>
          <p:cNvSpPr>
            <a:spLocks noGrp="1"/>
          </p:cNvSpPr>
          <p:nvPr>
            <p:ph type="body" sz="quarter" idx="14"/>
          </p:nvPr>
        </p:nvSpPr>
        <p:spPr>
          <a:xfrm>
            <a:off x="1645581" y="1507066"/>
            <a:ext cx="4890578" cy="4849283"/>
          </a:xfrm>
        </p:spPr>
        <p:txBody>
          <a:bodyPr lIns="0" rIns="0" anchor="t">
            <a:normAutofit/>
          </a:bodyPr>
          <a:lstStyle>
            <a:lvl1pPr marL="0" indent="0">
              <a:lnSpc>
                <a:spcPct val="100000"/>
              </a:lnSpc>
              <a:buNone/>
              <a:defRPr sz="1600">
                <a:latin typeface="+mj-lt"/>
              </a:defRPr>
            </a:lvl1pPr>
            <a:lvl2pPr marL="457200" indent="0">
              <a:lnSpc>
                <a:spcPct val="100000"/>
              </a:lnSpc>
              <a:buNone/>
              <a:defRPr sz="1600">
                <a:latin typeface="+mj-lt"/>
              </a:defRPr>
            </a:lvl2pPr>
            <a:lvl3pPr marL="914400" indent="0">
              <a:lnSpc>
                <a:spcPct val="100000"/>
              </a:lnSpc>
              <a:buNone/>
              <a:defRPr sz="1600">
                <a:latin typeface="+mj-lt"/>
              </a:defRPr>
            </a:lvl3pPr>
            <a:lvl4pPr marL="1371600" indent="0">
              <a:lnSpc>
                <a:spcPct val="100000"/>
              </a:lnSpc>
              <a:buNone/>
              <a:defRPr sz="1600">
                <a:latin typeface="+mj-lt"/>
              </a:defRPr>
            </a:lvl4pPr>
            <a:lvl5pPr marL="1828800" indent="0">
              <a:lnSpc>
                <a:spcPct val="100000"/>
              </a:lnSpc>
              <a:buNone/>
              <a:defRPr sz="16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Straight Connector 12">
            <a:extLst>
              <a:ext uri="{FF2B5EF4-FFF2-40B4-BE49-F238E27FC236}">
                <a16:creationId xmlns:a16="http://schemas.microsoft.com/office/drawing/2014/main" id="{B781E455-9E6F-1B48-A537-F86699963276}"/>
              </a:ext>
            </a:extLst>
          </p:cNvPr>
          <p:cNvCxnSpPr>
            <a:cxnSpLocks/>
          </p:cNvCxnSpPr>
          <p:nvPr userDrawn="1"/>
        </p:nvCxnSpPr>
        <p:spPr>
          <a:xfrm>
            <a:off x="392623" y="1342197"/>
            <a:ext cx="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B907ACF-A34F-FE4A-8511-B7FE12F69496}"/>
              </a:ext>
            </a:extLst>
          </p:cNvPr>
          <p:cNvCxnSpPr>
            <a:cxnSpLocks/>
          </p:cNvCxnSpPr>
          <p:nvPr userDrawn="1"/>
        </p:nvCxnSpPr>
        <p:spPr>
          <a:xfrm>
            <a:off x="1134319" y="0"/>
            <a:ext cx="0" cy="685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62570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Image and Content_2">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p:txBody>
          <a:bodyPr/>
          <a:lstStyle/>
          <a:p>
            <a:fld id="{8F9F391E-143D-F948-ADAE-29AEA3C1EBFB}" type="datetimeFigureOut">
              <a:rPr lang="en-US" smtClean="0"/>
              <a:t>5/5/2026</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p>
            <a:fld id="{31FEFF75-79D2-EE46-877B-299D1510E681}" type="slidenum">
              <a:rPr lang="en-US" smtClean="0"/>
              <a:t>‹#›</a:t>
            </a:fld>
            <a:endParaRPr lang="en-US" dirty="0"/>
          </a:p>
        </p:txBody>
      </p:sp>
      <p:sp>
        <p:nvSpPr>
          <p:cNvPr id="6" name="Picture Placeholder 8">
            <a:extLst>
              <a:ext uri="{FF2B5EF4-FFF2-40B4-BE49-F238E27FC236}">
                <a16:creationId xmlns:a16="http://schemas.microsoft.com/office/drawing/2014/main" id="{E0B206EA-4BA0-3F4C-A4ED-E78F311CD8A8}"/>
              </a:ext>
            </a:extLst>
          </p:cNvPr>
          <p:cNvSpPr>
            <a:spLocks noGrp="1"/>
          </p:cNvSpPr>
          <p:nvPr>
            <p:ph type="pic" sz="quarter" idx="13"/>
          </p:nvPr>
        </p:nvSpPr>
        <p:spPr>
          <a:xfrm>
            <a:off x="0" y="1"/>
            <a:ext cx="5198641" cy="6858002"/>
          </a:xfrm>
          <a:prstGeom prst="rect">
            <a:avLst/>
          </a:prstGeom>
          <a:solidFill>
            <a:schemeClr val="accent4">
              <a:lumMod val="50000"/>
            </a:schemeClr>
          </a:solidFill>
        </p:spPr>
        <p:txBody>
          <a:bodyPr/>
          <a:lstStyle/>
          <a:p>
            <a:r>
              <a:rPr lang="en-US"/>
              <a:t>Click icon to add picture</a:t>
            </a:r>
            <a:endParaRPr lang="id-ID" dirty="0"/>
          </a:p>
        </p:txBody>
      </p:sp>
      <p:sp>
        <p:nvSpPr>
          <p:cNvPr id="7" name="Title 1">
            <a:extLst>
              <a:ext uri="{FF2B5EF4-FFF2-40B4-BE49-F238E27FC236}">
                <a16:creationId xmlns:a16="http://schemas.microsoft.com/office/drawing/2014/main" id="{9B04801C-3319-AC43-9484-8377A4F8F253}"/>
              </a:ext>
            </a:extLst>
          </p:cNvPr>
          <p:cNvSpPr>
            <a:spLocks noGrp="1"/>
          </p:cNvSpPr>
          <p:nvPr>
            <p:ph type="ctrTitle" hasCustomPrompt="1"/>
          </p:nvPr>
        </p:nvSpPr>
        <p:spPr>
          <a:xfrm>
            <a:off x="5711877" y="339645"/>
            <a:ext cx="4890577" cy="1002552"/>
          </a:xfrm>
        </p:spPr>
        <p:txBody>
          <a:bodyPr lIns="0" rIns="0" anchor="b">
            <a:noAutofit/>
          </a:bodyPr>
          <a:lstStyle>
            <a:lvl1pPr algn="l">
              <a:defRPr sz="4500" b="0" i="0" cap="all" baseline="0">
                <a:solidFill>
                  <a:schemeClr val="accent4">
                    <a:lumMod val="75000"/>
                  </a:schemeClr>
                </a:solidFill>
                <a:latin typeface="Sagona ExtraLight" panose="02020303050505020204" pitchFamily="18" charset="0"/>
              </a:defRPr>
            </a:lvl1pPr>
          </a:lstStyle>
          <a:p>
            <a:r>
              <a:rPr lang="en-US" dirty="0"/>
              <a:t>TITLE GOE HERE</a:t>
            </a:r>
          </a:p>
        </p:txBody>
      </p:sp>
      <p:sp>
        <p:nvSpPr>
          <p:cNvPr id="11" name="Text Placeholder 10">
            <a:extLst>
              <a:ext uri="{FF2B5EF4-FFF2-40B4-BE49-F238E27FC236}">
                <a16:creationId xmlns:a16="http://schemas.microsoft.com/office/drawing/2014/main" id="{3D67D640-AB06-EE4B-868D-F46A30705F62}"/>
              </a:ext>
            </a:extLst>
          </p:cNvPr>
          <p:cNvSpPr>
            <a:spLocks noGrp="1"/>
          </p:cNvSpPr>
          <p:nvPr>
            <p:ph type="body" sz="quarter" idx="14"/>
          </p:nvPr>
        </p:nvSpPr>
        <p:spPr>
          <a:xfrm>
            <a:off x="5708797" y="1507066"/>
            <a:ext cx="4890578" cy="4849283"/>
          </a:xfrm>
        </p:spPr>
        <p:txBody>
          <a:bodyPr lIns="0" rIns="0" anchor="t">
            <a:normAutofit/>
          </a:bodyPr>
          <a:lstStyle>
            <a:lvl1pPr marL="0" indent="0">
              <a:lnSpc>
                <a:spcPct val="100000"/>
              </a:lnSpc>
              <a:buNone/>
              <a:defRPr sz="1600">
                <a:latin typeface="+mj-lt"/>
              </a:defRPr>
            </a:lvl1pPr>
            <a:lvl2pPr marL="457200" indent="0">
              <a:lnSpc>
                <a:spcPct val="100000"/>
              </a:lnSpc>
              <a:buNone/>
              <a:defRPr sz="1600">
                <a:latin typeface="+mj-lt"/>
              </a:defRPr>
            </a:lvl2pPr>
            <a:lvl3pPr marL="914400" indent="0">
              <a:lnSpc>
                <a:spcPct val="100000"/>
              </a:lnSpc>
              <a:buNone/>
              <a:defRPr sz="1600">
                <a:latin typeface="+mj-lt"/>
              </a:defRPr>
            </a:lvl3pPr>
            <a:lvl4pPr marL="1371600" indent="0">
              <a:lnSpc>
                <a:spcPct val="100000"/>
              </a:lnSpc>
              <a:buNone/>
              <a:defRPr sz="1600">
                <a:latin typeface="+mj-lt"/>
              </a:defRPr>
            </a:lvl4pPr>
            <a:lvl5pPr marL="1828800" indent="0">
              <a:lnSpc>
                <a:spcPct val="100000"/>
              </a:lnSpc>
              <a:buNone/>
              <a:defRPr sz="16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Straight Connector 12">
            <a:extLst>
              <a:ext uri="{FF2B5EF4-FFF2-40B4-BE49-F238E27FC236}">
                <a16:creationId xmlns:a16="http://schemas.microsoft.com/office/drawing/2014/main" id="{B781E455-9E6F-1B48-A537-F86699963276}"/>
              </a:ext>
            </a:extLst>
          </p:cNvPr>
          <p:cNvCxnSpPr>
            <a:cxnSpLocks/>
          </p:cNvCxnSpPr>
          <p:nvPr userDrawn="1"/>
        </p:nvCxnSpPr>
        <p:spPr>
          <a:xfrm>
            <a:off x="392623" y="1342197"/>
            <a:ext cx="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34037ED-B73E-2946-8FAC-2803EA71C585}"/>
              </a:ext>
            </a:extLst>
          </p:cNvPr>
          <p:cNvCxnSpPr>
            <a:cxnSpLocks/>
          </p:cNvCxnSpPr>
          <p:nvPr userDrawn="1"/>
        </p:nvCxnSpPr>
        <p:spPr>
          <a:xfrm>
            <a:off x="11057682" y="0"/>
            <a:ext cx="0" cy="685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026729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Image and Content_4">
    <p:bg>
      <p:bgPr>
        <a:solidFill>
          <a:schemeClr val="accent4">
            <a:lumMod val="50000"/>
          </a:schemeClr>
        </a:solidFill>
        <a:effectLst/>
      </p:bgPr>
    </p:bg>
    <p:spTree>
      <p:nvGrpSpPr>
        <p:cNvPr id="1" name=""/>
        <p:cNvGrpSpPr/>
        <p:nvPr/>
      </p:nvGrpSpPr>
      <p:grpSpPr>
        <a:xfrm>
          <a:off x="0" y="0"/>
          <a:ext cx="0" cy="0"/>
          <a:chOff x="0" y="0"/>
          <a:chExt cx="0" cy="0"/>
        </a:xfrm>
      </p:grpSpPr>
      <p:sp>
        <p:nvSpPr>
          <p:cNvPr id="6" name="Picture Placeholder 8">
            <a:extLst>
              <a:ext uri="{FF2B5EF4-FFF2-40B4-BE49-F238E27FC236}">
                <a16:creationId xmlns:a16="http://schemas.microsoft.com/office/drawing/2014/main" id="{E0B206EA-4BA0-3F4C-A4ED-E78F311CD8A8}"/>
              </a:ext>
            </a:extLst>
          </p:cNvPr>
          <p:cNvSpPr>
            <a:spLocks noGrp="1"/>
          </p:cNvSpPr>
          <p:nvPr>
            <p:ph type="pic" sz="quarter" idx="13"/>
          </p:nvPr>
        </p:nvSpPr>
        <p:spPr>
          <a:xfrm>
            <a:off x="1134319" y="1"/>
            <a:ext cx="11057681" cy="6858002"/>
          </a:xfrm>
          <a:prstGeom prst="rect">
            <a:avLst/>
          </a:prstGeom>
          <a:solidFill>
            <a:schemeClr val="accent4">
              <a:lumMod val="50000"/>
            </a:schemeClr>
          </a:solidFill>
        </p:spPr>
        <p:txBody>
          <a:bodyPr/>
          <a:lstStyle/>
          <a:p>
            <a:r>
              <a:rPr lang="en-US"/>
              <a:t>Click icon to add picture</a:t>
            </a:r>
            <a:endParaRPr lang="id-ID" dirty="0"/>
          </a:p>
        </p:txBody>
      </p:sp>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p:txBody>
          <a:bodyPr/>
          <a:lstStyle/>
          <a:p>
            <a:fld id="{8F9F391E-143D-F948-ADAE-29AEA3C1EBFB}" type="datetimeFigureOut">
              <a:rPr lang="en-US" smtClean="0"/>
              <a:t>5/5/2026</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p>
            <a:fld id="{31FEFF75-79D2-EE46-877B-299D1510E681}" type="slidenum">
              <a:rPr lang="en-US" smtClean="0"/>
              <a:t>‹#›</a:t>
            </a:fld>
            <a:endParaRPr lang="en-US" dirty="0"/>
          </a:p>
        </p:txBody>
      </p:sp>
      <p:sp>
        <p:nvSpPr>
          <p:cNvPr id="7" name="Title 1">
            <a:extLst>
              <a:ext uri="{FF2B5EF4-FFF2-40B4-BE49-F238E27FC236}">
                <a16:creationId xmlns:a16="http://schemas.microsoft.com/office/drawing/2014/main" id="{9B04801C-3319-AC43-9484-8377A4F8F253}"/>
              </a:ext>
            </a:extLst>
          </p:cNvPr>
          <p:cNvSpPr>
            <a:spLocks noGrp="1"/>
          </p:cNvSpPr>
          <p:nvPr>
            <p:ph type="ctrTitle" hasCustomPrompt="1"/>
          </p:nvPr>
        </p:nvSpPr>
        <p:spPr>
          <a:xfrm>
            <a:off x="1648661" y="339645"/>
            <a:ext cx="4890577" cy="1002552"/>
          </a:xfrm>
        </p:spPr>
        <p:txBody>
          <a:bodyPr lIns="0" rIns="0" anchor="b">
            <a:noAutofit/>
          </a:bodyPr>
          <a:lstStyle>
            <a:lvl1pPr algn="l">
              <a:defRPr sz="4500" b="0" i="0" cap="all" baseline="0">
                <a:solidFill>
                  <a:schemeClr val="bg1"/>
                </a:solidFill>
                <a:latin typeface="Sagona ExtraLight" panose="02020303050505020204" pitchFamily="18" charset="0"/>
              </a:defRPr>
            </a:lvl1pPr>
          </a:lstStyle>
          <a:p>
            <a:r>
              <a:rPr lang="en-US" dirty="0"/>
              <a:t>TITLE GOE HERE</a:t>
            </a:r>
          </a:p>
        </p:txBody>
      </p:sp>
      <p:sp>
        <p:nvSpPr>
          <p:cNvPr id="11" name="Text Placeholder 10">
            <a:extLst>
              <a:ext uri="{FF2B5EF4-FFF2-40B4-BE49-F238E27FC236}">
                <a16:creationId xmlns:a16="http://schemas.microsoft.com/office/drawing/2014/main" id="{3D67D640-AB06-EE4B-868D-F46A30705F62}"/>
              </a:ext>
            </a:extLst>
          </p:cNvPr>
          <p:cNvSpPr>
            <a:spLocks noGrp="1"/>
          </p:cNvSpPr>
          <p:nvPr>
            <p:ph type="body" sz="quarter" idx="14"/>
          </p:nvPr>
        </p:nvSpPr>
        <p:spPr>
          <a:xfrm>
            <a:off x="1645581" y="1507066"/>
            <a:ext cx="4890578" cy="4849283"/>
          </a:xfrm>
        </p:spPr>
        <p:txBody>
          <a:bodyPr lIns="0" rIns="0" anchor="t">
            <a:normAutofit/>
          </a:bodyPr>
          <a:lstStyle>
            <a:lvl1pPr marL="0" indent="0">
              <a:lnSpc>
                <a:spcPct val="100000"/>
              </a:lnSpc>
              <a:buNone/>
              <a:defRPr sz="1600">
                <a:solidFill>
                  <a:schemeClr val="bg1"/>
                </a:solidFill>
                <a:latin typeface="+mj-lt"/>
              </a:defRPr>
            </a:lvl1pPr>
            <a:lvl2pPr marL="457200" indent="0">
              <a:lnSpc>
                <a:spcPct val="100000"/>
              </a:lnSpc>
              <a:buNone/>
              <a:defRPr sz="1600">
                <a:solidFill>
                  <a:schemeClr val="bg1"/>
                </a:solidFill>
                <a:latin typeface="+mj-lt"/>
              </a:defRPr>
            </a:lvl2pPr>
            <a:lvl3pPr marL="914400" indent="0">
              <a:lnSpc>
                <a:spcPct val="100000"/>
              </a:lnSpc>
              <a:buNone/>
              <a:defRPr sz="1600">
                <a:solidFill>
                  <a:schemeClr val="bg1"/>
                </a:solidFill>
                <a:latin typeface="+mj-lt"/>
              </a:defRPr>
            </a:lvl3pPr>
            <a:lvl4pPr marL="1371600" indent="0">
              <a:lnSpc>
                <a:spcPct val="100000"/>
              </a:lnSpc>
              <a:buNone/>
              <a:defRPr sz="1600">
                <a:solidFill>
                  <a:schemeClr val="bg1"/>
                </a:solidFill>
                <a:latin typeface="+mj-lt"/>
              </a:defRPr>
            </a:lvl4pPr>
            <a:lvl5pPr marL="1828800" indent="0">
              <a:lnSpc>
                <a:spcPct val="100000"/>
              </a:lnSpc>
              <a:buNone/>
              <a:defRPr sz="1600">
                <a:solidFill>
                  <a:schemeClr val="bg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Straight Connector 12">
            <a:extLst>
              <a:ext uri="{FF2B5EF4-FFF2-40B4-BE49-F238E27FC236}">
                <a16:creationId xmlns:a16="http://schemas.microsoft.com/office/drawing/2014/main" id="{B781E455-9E6F-1B48-A537-F86699963276}"/>
              </a:ext>
            </a:extLst>
          </p:cNvPr>
          <p:cNvCxnSpPr>
            <a:cxnSpLocks/>
          </p:cNvCxnSpPr>
          <p:nvPr userDrawn="1"/>
        </p:nvCxnSpPr>
        <p:spPr>
          <a:xfrm>
            <a:off x="392623" y="1342197"/>
            <a:ext cx="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B907ACF-A34F-FE4A-8511-B7FE12F69496}"/>
              </a:ext>
            </a:extLst>
          </p:cNvPr>
          <p:cNvCxnSpPr>
            <a:cxnSpLocks/>
          </p:cNvCxnSpPr>
          <p:nvPr userDrawn="1"/>
        </p:nvCxnSpPr>
        <p:spPr>
          <a:xfrm>
            <a:off x="1124487" y="0"/>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239448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mage and Content_5">
    <p:spTree>
      <p:nvGrpSpPr>
        <p:cNvPr id="1" name=""/>
        <p:cNvGrpSpPr/>
        <p:nvPr/>
      </p:nvGrpSpPr>
      <p:grpSpPr>
        <a:xfrm>
          <a:off x="0" y="0"/>
          <a:ext cx="0" cy="0"/>
          <a:chOff x="0" y="0"/>
          <a:chExt cx="0" cy="0"/>
        </a:xfrm>
      </p:grpSpPr>
      <p:sp>
        <p:nvSpPr>
          <p:cNvPr id="6" name="Picture Placeholder 8">
            <a:extLst>
              <a:ext uri="{FF2B5EF4-FFF2-40B4-BE49-F238E27FC236}">
                <a16:creationId xmlns:a16="http://schemas.microsoft.com/office/drawing/2014/main" id="{E0B206EA-4BA0-3F4C-A4ED-E78F311CD8A8}"/>
              </a:ext>
            </a:extLst>
          </p:cNvPr>
          <p:cNvSpPr>
            <a:spLocks noGrp="1"/>
          </p:cNvSpPr>
          <p:nvPr>
            <p:ph type="pic" sz="quarter" idx="13"/>
          </p:nvPr>
        </p:nvSpPr>
        <p:spPr>
          <a:xfrm>
            <a:off x="1" y="1"/>
            <a:ext cx="12192000" cy="6858002"/>
          </a:xfrm>
          <a:prstGeom prst="rect">
            <a:avLst/>
          </a:prstGeom>
          <a:solidFill>
            <a:schemeClr val="accent4">
              <a:lumMod val="50000"/>
            </a:schemeClr>
          </a:solidFill>
        </p:spPr>
        <p:txBody>
          <a:bodyPr/>
          <a:lstStyle/>
          <a:p>
            <a:r>
              <a:rPr lang="en-US"/>
              <a:t>Click icon to add picture</a:t>
            </a:r>
            <a:endParaRPr lang="id-ID" dirty="0"/>
          </a:p>
        </p:txBody>
      </p:sp>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p:txBody>
          <a:bodyPr/>
          <a:lstStyle/>
          <a:p>
            <a:fld id="{8F9F391E-143D-F948-ADAE-29AEA3C1EBFB}" type="datetimeFigureOut">
              <a:rPr lang="en-US" smtClean="0"/>
              <a:t>5/5/2026</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p>
            <a:fld id="{31FEFF75-79D2-EE46-877B-299D1510E681}" type="slidenum">
              <a:rPr lang="en-US" smtClean="0"/>
              <a:t>‹#›</a:t>
            </a:fld>
            <a:endParaRPr lang="en-US" dirty="0"/>
          </a:p>
        </p:txBody>
      </p:sp>
      <p:cxnSp>
        <p:nvCxnSpPr>
          <p:cNvPr id="13" name="Straight Connector 12">
            <a:extLst>
              <a:ext uri="{FF2B5EF4-FFF2-40B4-BE49-F238E27FC236}">
                <a16:creationId xmlns:a16="http://schemas.microsoft.com/office/drawing/2014/main" id="{B781E455-9E6F-1B48-A537-F86699963276}"/>
              </a:ext>
            </a:extLst>
          </p:cNvPr>
          <p:cNvCxnSpPr>
            <a:cxnSpLocks/>
          </p:cNvCxnSpPr>
          <p:nvPr userDrawn="1"/>
        </p:nvCxnSpPr>
        <p:spPr>
          <a:xfrm>
            <a:off x="392623" y="1342197"/>
            <a:ext cx="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69E9592-D634-1947-B3FB-EB3B7F16FF28}"/>
              </a:ext>
            </a:extLst>
          </p:cNvPr>
          <p:cNvCxnSpPr>
            <a:cxnSpLocks/>
          </p:cNvCxnSpPr>
          <p:nvPr userDrawn="1"/>
        </p:nvCxnSpPr>
        <p:spPr>
          <a:xfrm>
            <a:off x="0" y="5992966"/>
            <a:ext cx="12192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Title 1">
            <a:extLst>
              <a:ext uri="{FF2B5EF4-FFF2-40B4-BE49-F238E27FC236}">
                <a16:creationId xmlns:a16="http://schemas.microsoft.com/office/drawing/2014/main" id="{6D456EAF-F3B8-AF4A-90FF-4B0693C56A33}"/>
              </a:ext>
            </a:extLst>
          </p:cNvPr>
          <p:cNvSpPr>
            <a:spLocks noGrp="1"/>
          </p:cNvSpPr>
          <p:nvPr>
            <p:ph type="ctrTitle" hasCustomPrompt="1"/>
          </p:nvPr>
        </p:nvSpPr>
        <p:spPr>
          <a:xfrm>
            <a:off x="392623" y="339645"/>
            <a:ext cx="4890577" cy="1002552"/>
          </a:xfrm>
        </p:spPr>
        <p:txBody>
          <a:bodyPr lIns="0" rIns="0" anchor="b">
            <a:noAutofit/>
          </a:bodyPr>
          <a:lstStyle>
            <a:lvl1pPr algn="l">
              <a:defRPr sz="4500" b="0" i="0" cap="all" baseline="0">
                <a:solidFill>
                  <a:schemeClr val="bg1"/>
                </a:solidFill>
                <a:latin typeface="Sagona ExtraLight" panose="02020303050505020204" pitchFamily="18" charset="0"/>
              </a:defRPr>
            </a:lvl1pPr>
          </a:lstStyle>
          <a:p>
            <a:r>
              <a:rPr lang="en-US" dirty="0"/>
              <a:t>TITLE GOE HERE</a:t>
            </a:r>
          </a:p>
        </p:txBody>
      </p:sp>
      <p:sp>
        <p:nvSpPr>
          <p:cNvPr id="15" name="Text Placeholder 10">
            <a:extLst>
              <a:ext uri="{FF2B5EF4-FFF2-40B4-BE49-F238E27FC236}">
                <a16:creationId xmlns:a16="http://schemas.microsoft.com/office/drawing/2014/main" id="{F7FB4ADF-1B3E-A442-B2C9-518CBE7637DB}"/>
              </a:ext>
            </a:extLst>
          </p:cNvPr>
          <p:cNvSpPr>
            <a:spLocks noGrp="1"/>
          </p:cNvSpPr>
          <p:nvPr>
            <p:ph type="body" sz="quarter" idx="14"/>
          </p:nvPr>
        </p:nvSpPr>
        <p:spPr>
          <a:xfrm>
            <a:off x="392624" y="1507066"/>
            <a:ext cx="4890578" cy="4849283"/>
          </a:xfrm>
        </p:spPr>
        <p:txBody>
          <a:bodyPr lIns="0" rIns="0" anchor="t">
            <a:normAutofit/>
          </a:bodyPr>
          <a:lstStyle>
            <a:lvl1pPr marL="0" indent="0">
              <a:lnSpc>
                <a:spcPct val="100000"/>
              </a:lnSpc>
              <a:buNone/>
              <a:defRPr sz="1600">
                <a:solidFill>
                  <a:schemeClr val="bg1"/>
                </a:solidFill>
                <a:latin typeface="+mj-lt"/>
              </a:defRPr>
            </a:lvl1pPr>
            <a:lvl2pPr marL="457200" indent="0">
              <a:lnSpc>
                <a:spcPct val="100000"/>
              </a:lnSpc>
              <a:buNone/>
              <a:defRPr sz="1600">
                <a:solidFill>
                  <a:schemeClr val="bg1"/>
                </a:solidFill>
                <a:latin typeface="+mj-lt"/>
              </a:defRPr>
            </a:lvl2pPr>
            <a:lvl3pPr marL="914400" indent="0">
              <a:lnSpc>
                <a:spcPct val="100000"/>
              </a:lnSpc>
              <a:buNone/>
              <a:defRPr sz="1600">
                <a:solidFill>
                  <a:schemeClr val="bg1"/>
                </a:solidFill>
                <a:latin typeface="+mj-lt"/>
              </a:defRPr>
            </a:lvl3pPr>
            <a:lvl4pPr marL="1371600" indent="0">
              <a:lnSpc>
                <a:spcPct val="100000"/>
              </a:lnSpc>
              <a:buNone/>
              <a:defRPr sz="1600">
                <a:solidFill>
                  <a:schemeClr val="bg1"/>
                </a:solidFill>
                <a:latin typeface="+mj-lt"/>
              </a:defRPr>
            </a:lvl4pPr>
            <a:lvl5pPr marL="1828800" indent="0">
              <a:lnSpc>
                <a:spcPct val="100000"/>
              </a:lnSpc>
              <a:buNone/>
              <a:defRPr sz="1600">
                <a:solidFill>
                  <a:schemeClr val="bg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4899669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mage and Caption_2">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346059" y="292426"/>
            <a:ext cx="6297515" cy="6273148"/>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accent4">
              <a:lumMod val="50000"/>
            </a:schemeClr>
          </a:solidFill>
        </p:spPr>
        <p:txBody>
          <a:bodyPr wrap="square" anchor="ctr">
            <a:noAutofit/>
          </a:bodyPr>
          <a:lstStyle>
            <a:lvl1pPr algn="ctr">
              <a:defRPr sz="1600"/>
            </a:lvl1pPr>
          </a:lstStyle>
          <a:p>
            <a:r>
              <a:rPr lang="en-US"/>
              <a:t>Click icon to add picture</a:t>
            </a:r>
            <a:endParaRPr lang="en-US" dirty="0"/>
          </a:p>
        </p:txBody>
      </p:sp>
      <p:sp>
        <p:nvSpPr>
          <p:cNvPr id="9" name="Title 1">
            <a:extLst>
              <a:ext uri="{FF2B5EF4-FFF2-40B4-BE49-F238E27FC236}">
                <a16:creationId xmlns:a16="http://schemas.microsoft.com/office/drawing/2014/main" id="{97670D6E-CED1-EE4B-A761-0D1C7A246FD2}"/>
              </a:ext>
            </a:extLst>
          </p:cNvPr>
          <p:cNvSpPr>
            <a:spLocks noGrp="1"/>
          </p:cNvSpPr>
          <p:nvPr>
            <p:ph type="ctrTitle" hasCustomPrompt="1"/>
          </p:nvPr>
        </p:nvSpPr>
        <p:spPr>
          <a:xfrm>
            <a:off x="7313354" y="4418889"/>
            <a:ext cx="3289100" cy="637507"/>
          </a:xfrm>
        </p:spPr>
        <p:txBody>
          <a:bodyPr lIns="0" rIns="0" anchor="b">
            <a:noAutofit/>
          </a:bodyPr>
          <a:lstStyle>
            <a:lvl1pPr algn="l">
              <a:defRPr sz="4000" b="0" i="0" cap="all" baseline="0">
                <a:solidFill>
                  <a:schemeClr val="accent4">
                    <a:lumMod val="75000"/>
                  </a:schemeClr>
                </a:solidFill>
                <a:latin typeface="Sagona ExtraLight" panose="02020303050505020204" pitchFamily="18" charset="0"/>
              </a:defRPr>
            </a:lvl1pPr>
          </a:lstStyle>
          <a:p>
            <a:r>
              <a:rPr lang="en-US" dirty="0"/>
              <a:t>TITLE </a:t>
            </a:r>
            <a:br>
              <a:rPr lang="en-US" dirty="0"/>
            </a:br>
            <a:r>
              <a:rPr lang="en-US" dirty="0"/>
              <a:t>GOES HERE</a:t>
            </a:r>
          </a:p>
        </p:txBody>
      </p:sp>
      <p:sp>
        <p:nvSpPr>
          <p:cNvPr id="10" name="Text Placeholder 10">
            <a:extLst>
              <a:ext uri="{FF2B5EF4-FFF2-40B4-BE49-F238E27FC236}">
                <a16:creationId xmlns:a16="http://schemas.microsoft.com/office/drawing/2014/main" id="{0DAC9D44-F28B-2B43-8B6F-260CB811AA38}"/>
              </a:ext>
            </a:extLst>
          </p:cNvPr>
          <p:cNvSpPr>
            <a:spLocks noGrp="1"/>
          </p:cNvSpPr>
          <p:nvPr>
            <p:ph type="body" sz="quarter" idx="14"/>
          </p:nvPr>
        </p:nvSpPr>
        <p:spPr>
          <a:xfrm>
            <a:off x="7313355" y="5080791"/>
            <a:ext cx="3289100" cy="1484783"/>
          </a:xfrm>
        </p:spPr>
        <p:txBody>
          <a:bodyPr lIns="0" rIns="0" anchor="t">
            <a:normAutofit/>
          </a:bodyPr>
          <a:lstStyle>
            <a:lvl1pPr marL="0" indent="0">
              <a:lnSpc>
                <a:spcPct val="100000"/>
              </a:lnSpc>
              <a:buNone/>
              <a:defRPr sz="1400">
                <a:latin typeface="+mj-lt"/>
              </a:defRPr>
            </a:lvl1pPr>
            <a:lvl2pPr marL="457200" indent="0">
              <a:lnSpc>
                <a:spcPct val="100000"/>
              </a:lnSpc>
              <a:buNone/>
              <a:defRPr sz="1400">
                <a:latin typeface="+mj-lt"/>
              </a:defRPr>
            </a:lvl2pPr>
            <a:lvl3pPr marL="914400" indent="0">
              <a:lnSpc>
                <a:spcPct val="100000"/>
              </a:lnSpc>
              <a:buNone/>
              <a:defRPr sz="1400">
                <a:latin typeface="+mj-lt"/>
              </a:defRPr>
            </a:lvl3pPr>
            <a:lvl4pPr marL="1371600" indent="0">
              <a:lnSpc>
                <a:spcPct val="100000"/>
              </a:lnSpc>
              <a:buNone/>
              <a:defRPr sz="1400">
                <a:latin typeface="+mj-lt"/>
              </a:defRPr>
            </a:lvl4pPr>
            <a:lvl5pPr marL="1828800" indent="0">
              <a:lnSpc>
                <a:spcPct val="100000"/>
              </a:lnSpc>
              <a:buNone/>
              <a:defRPr sz="14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1" name="Straight Connector 10">
            <a:extLst>
              <a:ext uri="{FF2B5EF4-FFF2-40B4-BE49-F238E27FC236}">
                <a16:creationId xmlns:a16="http://schemas.microsoft.com/office/drawing/2014/main" id="{B39C4094-208E-7E4A-848A-F76A1573073A}"/>
              </a:ext>
            </a:extLst>
          </p:cNvPr>
          <p:cNvCxnSpPr>
            <a:cxnSpLocks/>
          </p:cNvCxnSpPr>
          <p:nvPr userDrawn="1"/>
        </p:nvCxnSpPr>
        <p:spPr>
          <a:xfrm>
            <a:off x="11057682" y="0"/>
            <a:ext cx="0" cy="685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235500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mage and Caption_3">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5445942" y="292426"/>
            <a:ext cx="6297515" cy="6273148"/>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accent4">
              <a:lumMod val="50000"/>
            </a:schemeClr>
          </a:solidFill>
        </p:spPr>
        <p:txBody>
          <a:bodyPr wrap="square" anchor="ctr">
            <a:noAutofit/>
          </a:bodyPr>
          <a:lstStyle>
            <a:lvl1pPr algn="ctr">
              <a:defRPr sz="1600"/>
            </a:lvl1pPr>
          </a:lstStyle>
          <a:p>
            <a:r>
              <a:rPr lang="en-US"/>
              <a:t>Click icon to add picture</a:t>
            </a:r>
            <a:endParaRPr lang="en-US" dirty="0"/>
          </a:p>
        </p:txBody>
      </p:sp>
      <p:sp>
        <p:nvSpPr>
          <p:cNvPr id="9" name="Title 1">
            <a:extLst>
              <a:ext uri="{FF2B5EF4-FFF2-40B4-BE49-F238E27FC236}">
                <a16:creationId xmlns:a16="http://schemas.microsoft.com/office/drawing/2014/main" id="{97670D6E-CED1-EE4B-A761-0D1C7A246FD2}"/>
              </a:ext>
            </a:extLst>
          </p:cNvPr>
          <p:cNvSpPr>
            <a:spLocks noGrp="1"/>
          </p:cNvSpPr>
          <p:nvPr>
            <p:ph type="ctrTitle" hasCustomPrompt="1"/>
          </p:nvPr>
        </p:nvSpPr>
        <p:spPr>
          <a:xfrm>
            <a:off x="392622" y="4418889"/>
            <a:ext cx="4609683" cy="637507"/>
          </a:xfrm>
        </p:spPr>
        <p:txBody>
          <a:bodyPr lIns="0" rIns="0" anchor="b">
            <a:noAutofit/>
          </a:bodyPr>
          <a:lstStyle>
            <a:lvl1pPr algn="l">
              <a:defRPr sz="4000" b="0" i="0" cap="all" baseline="0">
                <a:solidFill>
                  <a:schemeClr val="accent4">
                    <a:lumMod val="75000"/>
                  </a:schemeClr>
                </a:solidFill>
                <a:latin typeface="Sagona ExtraLight" panose="02020303050505020204" pitchFamily="18" charset="0"/>
              </a:defRPr>
            </a:lvl1pPr>
          </a:lstStyle>
          <a:p>
            <a:r>
              <a:rPr lang="en-US" dirty="0"/>
              <a:t>TITLE GOEs HERE</a:t>
            </a:r>
          </a:p>
        </p:txBody>
      </p:sp>
      <p:sp>
        <p:nvSpPr>
          <p:cNvPr id="10" name="Text Placeholder 10">
            <a:extLst>
              <a:ext uri="{FF2B5EF4-FFF2-40B4-BE49-F238E27FC236}">
                <a16:creationId xmlns:a16="http://schemas.microsoft.com/office/drawing/2014/main" id="{0DAC9D44-F28B-2B43-8B6F-260CB811AA38}"/>
              </a:ext>
            </a:extLst>
          </p:cNvPr>
          <p:cNvSpPr>
            <a:spLocks noGrp="1"/>
          </p:cNvSpPr>
          <p:nvPr>
            <p:ph type="body" sz="quarter" idx="14"/>
          </p:nvPr>
        </p:nvSpPr>
        <p:spPr>
          <a:xfrm>
            <a:off x="392622" y="5080791"/>
            <a:ext cx="4609683" cy="1484783"/>
          </a:xfrm>
        </p:spPr>
        <p:txBody>
          <a:bodyPr lIns="0" rIns="0" anchor="t">
            <a:normAutofit/>
          </a:bodyPr>
          <a:lstStyle>
            <a:lvl1pPr marL="0" indent="0">
              <a:lnSpc>
                <a:spcPct val="100000"/>
              </a:lnSpc>
              <a:buNone/>
              <a:defRPr sz="1400">
                <a:latin typeface="+mj-lt"/>
              </a:defRPr>
            </a:lvl1pPr>
            <a:lvl2pPr marL="457200" indent="0">
              <a:lnSpc>
                <a:spcPct val="100000"/>
              </a:lnSpc>
              <a:buNone/>
              <a:defRPr sz="1400">
                <a:latin typeface="+mj-lt"/>
              </a:defRPr>
            </a:lvl2pPr>
            <a:lvl3pPr marL="914400" indent="0">
              <a:lnSpc>
                <a:spcPct val="100000"/>
              </a:lnSpc>
              <a:buNone/>
              <a:defRPr sz="1400">
                <a:latin typeface="+mj-lt"/>
              </a:defRPr>
            </a:lvl3pPr>
            <a:lvl4pPr marL="1371600" indent="0">
              <a:lnSpc>
                <a:spcPct val="100000"/>
              </a:lnSpc>
              <a:buNone/>
              <a:defRPr sz="1400">
                <a:latin typeface="+mj-lt"/>
              </a:defRPr>
            </a:lvl4pPr>
            <a:lvl5pPr marL="1828800" indent="0">
              <a:lnSpc>
                <a:spcPct val="100000"/>
              </a:lnSpc>
              <a:buNone/>
              <a:defRPr sz="14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8BE71BC7-72EE-294C-9A39-61A77EE295A0}"/>
              </a:ext>
            </a:extLst>
          </p:cNvPr>
          <p:cNvCxnSpPr>
            <a:cxnSpLocks/>
          </p:cNvCxnSpPr>
          <p:nvPr userDrawn="1"/>
        </p:nvCxnSpPr>
        <p:spPr>
          <a:xfrm>
            <a:off x="392623" y="5080791"/>
            <a:ext cx="4609683"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173849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Image and Caption_4">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0" y="0"/>
            <a:ext cx="12192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accent4">
              <a:lumMod val="50000"/>
            </a:schemeClr>
          </a:solidFill>
        </p:spPr>
        <p:txBody>
          <a:bodyPr wrap="square" anchor="ctr">
            <a:noAutofit/>
          </a:bodyPr>
          <a:lstStyle>
            <a:lvl1pPr algn="ctr">
              <a:defRPr sz="1600"/>
            </a:lvl1pPr>
          </a:lstStyle>
          <a:p>
            <a:r>
              <a:rPr lang="en-US"/>
              <a:t>Click icon to add picture</a:t>
            </a:r>
            <a:endParaRPr lang="en-US" dirty="0"/>
          </a:p>
        </p:txBody>
      </p:sp>
      <p:sp>
        <p:nvSpPr>
          <p:cNvPr id="9" name="Title 1">
            <a:extLst>
              <a:ext uri="{FF2B5EF4-FFF2-40B4-BE49-F238E27FC236}">
                <a16:creationId xmlns:a16="http://schemas.microsoft.com/office/drawing/2014/main" id="{97670D6E-CED1-EE4B-A761-0D1C7A246FD2}"/>
              </a:ext>
            </a:extLst>
          </p:cNvPr>
          <p:cNvSpPr>
            <a:spLocks noGrp="1"/>
          </p:cNvSpPr>
          <p:nvPr>
            <p:ph type="ctrTitle" hasCustomPrompt="1"/>
          </p:nvPr>
        </p:nvSpPr>
        <p:spPr>
          <a:xfrm>
            <a:off x="1645581" y="4418889"/>
            <a:ext cx="3289100" cy="637507"/>
          </a:xfrm>
        </p:spPr>
        <p:txBody>
          <a:bodyPr lIns="0" rIns="0" anchor="b">
            <a:noAutofit/>
          </a:bodyPr>
          <a:lstStyle>
            <a:lvl1pPr algn="l">
              <a:defRPr sz="4000" b="0" i="0" cap="all" baseline="0">
                <a:solidFill>
                  <a:schemeClr val="bg1"/>
                </a:solidFill>
                <a:latin typeface="Sagona ExtraLight" panose="02020303050505020204" pitchFamily="18" charset="0"/>
              </a:defRPr>
            </a:lvl1pPr>
          </a:lstStyle>
          <a:p>
            <a:r>
              <a:rPr lang="en-US" dirty="0"/>
              <a:t>TITLE </a:t>
            </a:r>
            <a:br>
              <a:rPr lang="en-US" dirty="0"/>
            </a:br>
            <a:r>
              <a:rPr lang="en-US" dirty="0"/>
              <a:t>GOEs HERE</a:t>
            </a:r>
          </a:p>
        </p:txBody>
      </p:sp>
      <p:sp>
        <p:nvSpPr>
          <p:cNvPr id="10" name="Text Placeholder 10">
            <a:extLst>
              <a:ext uri="{FF2B5EF4-FFF2-40B4-BE49-F238E27FC236}">
                <a16:creationId xmlns:a16="http://schemas.microsoft.com/office/drawing/2014/main" id="{0DAC9D44-F28B-2B43-8B6F-260CB811AA38}"/>
              </a:ext>
            </a:extLst>
          </p:cNvPr>
          <p:cNvSpPr>
            <a:spLocks noGrp="1"/>
          </p:cNvSpPr>
          <p:nvPr>
            <p:ph type="body" sz="quarter" idx="14"/>
          </p:nvPr>
        </p:nvSpPr>
        <p:spPr>
          <a:xfrm>
            <a:off x="1645582" y="5080791"/>
            <a:ext cx="3289100" cy="1484783"/>
          </a:xfrm>
        </p:spPr>
        <p:txBody>
          <a:bodyPr lIns="0" rIns="0" anchor="t">
            <a:normAutofit/>
          </a:bodyPr>
          <a:lstStyle>
            <a:lvl1pPr marL="0" indent="0">
              <a:lnSpc>
                <a:spcPct val="100000"/>
              </a:lnSpc>
              <a:buNone/>
              <a:defRPr sz="1400">
                <a:solidFill>
                  <a:schemeClr val="bg1"/>
                </a:solidFill>
                <a:latin typeface="+mj-lt"/>
              </a:defRPr>
            </a:lvl1pPr>
            <a:lvl2pPr marL="457200" indent="0">
              <a:lnSpc>
                <a:spcPct val="100000"/>
              </a:lnSpc>
              <a:buNone/>
              <a:defRPr sz="1400">
                <a:solidFill>
                  <a:schemeClr val="bg1"/>
                </a:solidFill>
                <a:latin typeface="+mj-lt"/>
              </a:defRPr>
            </a:lvl2pPr>
            <a:lvl3pPr marL="914400" indent="0">
              <a:lnSpc>
                <a:spcPct val="100000"/>
              </a:lnSpc>
              <a:buNone/>
              <a:defRPr sz="1400">
                <a:solidFill>
                  <a:schemeClr val="bg1"/>
                </a:solidFill>
                <a:latin typeface="+mj-lt"/>
              </a:defRPr>
            </a:lvl3pPr>
            <a:lvl4pPr marL="1371600" indent="0">
              <a:lnSpc>
                <a:spcPct val="100000"/>
              </a:lnSpc>
              <a:buNone/>
              <a:defRPr sz="1400">
                <a:solidFill>
                  <a:schemeClr val="bg1"/>
                </a:solidFill>
                <a:latin typeface="+mj-lt"/>
              </a:defRPr>
            </a:lvl4pPr>
            <a:lvl5pPr marL="1828800" indent="0">
              <a:lnSpc>
                <a:spcPct val="100000"/>
              </a:lnSpc>
              <a:buNone/>
              <a:defRPr sz="1400">
                <a:solidFill>
                  <a:schemeClr val="bg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776AC280-5A8D-B048-BECC-9C306F32508F}"/>
              </a:ext>
            </a:extLst>
          </p:cNvPr>
          <p:cNvCxnSpPr>
            <a:cxnSpLocks/>
          </p:cNvCxnSpPr>
          <p:nvPr userDrawn="1"/>
        </p:nvCxnSpPr>
        <p:spPr>
          <a:xfrm>
            <a:off x="1134319" y="0"/>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890619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Image and Caption_5">
    <p:spTree>
      <p:nvGrpSpPr>
        <p:cNvPr id="1" name=""/>
        <p:cNvGrpSpPr/>
        <p:nvPr/>
      </p:nvGrpSpPr>
      <p:grpSpPr>
        <a:xfrm>
          <a:off x="0" y="0"/>
          <a:ext cx="0" cy="0"/>
          <a:chOff x="0" y="0"/>
          <a:chExt cx="0" cy="0"/>
        </a:xfrm>
      </p:grpSpPr>
      <p:sp>
        <p:nvSpPr>
          <p:cNvPr id="8" name="Picture Placeholder 5">
            <a:extLst>
              <a:ext uri="{FF2B5EF4-FFF2-40B4-BE49-F238E27FC236}">
                <a16:creationId xmlns:a16="http://schemas.microsoft.com/office/drawing/2014/main" id="{1F4417F7-7CDE-DF44-9B0E-AC44EE99BF4B}"/>
              </a:ext>
            </a:extLst>
          </p:cNvPr>
          <p:cNvSpPr>
            <a:spLocks noGrp="1"/>
          </p:cNvSpPr>
          <p:nvPr>
            <p:ph type="pic" sz="quarter" idx="10"/>
          </p:nvPr>
        </p:nvSpPr>
        <p:spPr>
          <a:xfrm>
            <a:off x="0" y="0"/>
            <a:ext cx="12192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accent4">
              <a:lumMod val="50000"/>
            </a:schemeClr>
          </a:solidFill>
        </p:spPr>
        <p:txBody>
          <a:bodyPr wrap="square" anchor="ctr">
            <a:noAutofit/>
          </a:bodyPr>
          <a:lstStyle>
            <a:lvl1pPr algn="ctr">
              <a:defRPr sz="1600">
                <a:solidFill>
                  <a:schemeClr val="bg1"/>
                </a:solidFill>
              </a:defRPr>
            </a:lvl1pPr>
          </a:lstStyle>
          <a:p>
            <a:r>
              <a:rPr lang="en-US"/>
              <a:t>Click icon to add picture</a:t>
            </a:r>
            <a:endParaRPr lang="en-US" dirty="0"/>
          </a:p>
        </p:txBody>
      </p:sp>
      <p:sp>
        <p:nvSpPr>
          <p:cNvPr id="9" name="Title 1">
            <a:extLst>
              <a:ext uri="{FF2B5EF4-FFF2-40B4-BE49-F238E27FC236}">
                <a16:creationId xmlns:a16="http://schemas.microsoft.com/office/drawing/2014/main" id="{97670D6E-CED1-EE4B-A761-0D1C7A246FD2}"/>
              </a:ext>
            </a:extLst>
          </p:cNvPr>
          <p:cNvSpPr>
            <a:spLocks noGrp="1"/>
          </p:cNvSpPr>
          <p:nvPr>
            <p:ph type="ctrTitle" hasCustomPrompt="1"/>
          </p:nvPr>
        </p:nvSpPr>
        <p:spPr>
          <a:xfrm>
            <a:off x="392622" y="3429000"/>
            <a:ext cx="4609683" cy="637507"/>
          </a:xfrm>
        </p:spPr>
        <p:txBody>
          <a:bodyPr lIns="0" rIns="0" anchor="b">
            <a:noAutofit/>
          </a:bodyPr>
          <a:lstStyle>
            <a:lvl1pPr algn="l">
              <a:defRPr sz="4000" b="0" i="0" cap="all" baseline="0">
                <a:solidFill>
                  <a:schemeClr val="bg1"/>
                </a:solidFill>
                <a:latin typeface="Sagona ExtraLight" panose="02020303050505020204" pitchFamily="18" charset="0"/>
              </a:defRPr>
            </a:lvl1pPr>
          </a:lstStyle>
          <a:p>
            <a:r>
              <a:rPr lang="en-US" dirty="0"/>
              <a:t>TITLE GOEs HERE</a:t>
            </a:r>
          </a:p>
        </p:txBody>
      </p:sp>
      <p:sp>
        <p:nvSpPr>
          <p:cNvPr id="10" name="Text Placeholder 10">
            <a:extLst>
              <a:ext uri="{FF2B5EF4-FFF2-40B4-BE49-F238E27FC236}">
                <a16:creationId xmlns:a16="http://schemas.microsoft.com/office/drawing/2014/main" id="{0DAC9D44-F28B-2B43-8B6F-260CB811AA38}"/>
              </a:ext>
            </a:extLst>
          </p:cNvPr>
          <p:cNvSpPr>
            <a:spLocks noGrp="1"/>
          </p:cNvSpPr>
          <p:nvPr>
            <p:ph type="body" sz="quarter" idx="14"/>
          </p:nvPr>
        </p:nvSpPr>
        <p:spPr>
          <a:xfrm>
            <a:off x="392622" y="4090902"/>
            <a:ext cx="4609683" cy="1484783"/>
          </a:xfrm>
        </p:spPr>
        <p:txBody>
          <a:bodyPr lIns="0" rIns="0" anchor="t">
            <a:normAutofit/>
          </a:bodyPr>
          <a:lstStyle>
            <a:lvl1pPr marL="0" indent="0">
              <a:lnSpc>
                <a:spcPct val="100000"/>
              </a:lnSpc>
              <a:buNone/>
              <a:defRPr sz="1400">
                <a:solidFill>
                  <a:schemeClr val="bg1"/>
                </a:solidFill>
                <a:latin typeface="+mj-lt"/>
              </a:defRPr>
            </a:lvl1pPr>
            <a:lvl2pPr marL="457200" indent="0">
              <a:lnSpc>
                <a:spcPct val="100000"/>
              </a:lnSpc>
              <a:buNone/>
              <a:defRPr sz="1400">
                <a:solidFill>
                  <a:schemeClr val="bg1"/>
                </a:solidFill>
                <a:latin typeface="+mj-lt"/>
              </a:defRPr>
            </a:lvl2pPr>
            <a:lvl3pPr marL="914400" indent="0">
              <a:lnSpc>
                <a:spcPct val="100000"/>
              </a:lnSpc>
              <a:buNone/>
              <a:defRPr sz="1400">
                <a:solidFill>
                  <a:schemeClr val="bg1"/>
                </a:solidFill>
                <a:latin typeface="+mj-lt"/>
              </a:defRPr>
            </a:lvl3pPr>
            <a:lvl4pPr marL="1371600" indent="0">
              <a:lnSpc>
                <a:spcPct val="100000"/>
              </a:lnSpc>
              <a:buNone/>
              <a:defRPr sz="1400">
                <a:solidFill>
                  <a:schemeClr val="bg1"/>
                </a:solidFill>
                <a:latin typeface="+mj-lt"/>
              </a:defRPr>
            </a:lvl4pPr>
            <a:lvl5pPr marL="1828800" indent="0">
              <a:lnSpc>
                <a:spcPct val="100000"/>
              </a:lnSpc>
              <a:buNone/>
              <a:defRPr sz="1400">
                <a:solidFill>
                  <a:schemeClr val="bg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1" name="Straight Connector 10">
            <a:extLst>
              <a:ext uri="{FF2B5EF4-FFF2-40B4-BE49-F238E27FC236}">
                <a16:creationId xmlns:a16="http://schemas.microsoft.com/office/drawing/2014/main" id="{79F22032-BAB9-744C-B14E-54350BBD1C71}"/>
              </a:ext>
            </a:extLst>
          </p:cNvPr>
          <p:cNvCxnSpPr>
            <a:cxnSpLocks/>
          </p:cNvCxnSpPr>
          <p:nvPr userDrawn="1"/>
        </p:nvCxnSpPr>
        <p:spPr>
          <a:xfrm>
            <a:off x="0" y="5992966"/>
            <a:ext cx="12192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523809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Overview_2">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a:xfrm>
            <a:off x="838200" y="6356350"/>
            <a:ext cx="2743200" cy="365125"/>
          </a:xfrm>
        </p:spPr>
        <p:txBody>
          <a:bodyPr/>
          <a:lstStyle/>
          <a:p>
            <a:fld id="{8F9F391E-143D-F948-ADAE-29AEA3C1EBFB}" type="datetimeFigureOut">
              <a:rPr lang="en-US" smtClean="0"/>
              <a:t>5/5/2026</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p>
            <a:fld id="{31FEFF75-79D2-EE46-877B-299D1510E681}" type="slidenum">
              <a:rPr lang="en-US" smtClean="0"/>
              <a:t>‹#›</a:t>
            </a:fld>
            <a:endParaRPr lang="en-US" dirty="0"/>
          </a:p>
        </p:txBody>
      </p:sp>
      <p:sp>
        <p:nvSpPr>
          <p:cNvPr id="7" name="Title 1">
            <a:extLst>
              <a:ext uri="{FF2B5EF4-FFF2-40B4-BE49-F238E27FC236}">
                <a16:creationId xmlns:a16="http://schemas.microsoft.com/office/drawing/2014/main" id="{9B04801C-3319-AC43-9484-8377A4F8F253}"/>
              </a:ext>
            </a:extLst>
          </p:cNvPr>
          <p:cNvSpPr>
            <a:spLocks noGrp="1"/>
          </p:cNvSpPr>
          <p:nvPr>
            <p:ph type="ctrTitle" hasCustomPrompt="1"/>
          </p:nvPr>
        </p:nvSpPr>
        <p:spPr>
          <a:xfrm>
            <a:off x="392622" y="339645"/>
            <a:ext cx="10219457" cy="1002552"/>
          </a:xfrm>
        </p:spPr>
        <p:txBody>
          <a:bodyPr lIns="0" rIns="0" anchor="b">
            <a:noAutofit/>
          </a:bodyPr>
          <a:lstStyle>
            <a:lvl1pPr algn="l">
              <a:defRPr sz="4500" b="0" i="0" cap="all" baseline="0">
                <a:solidFill>
                  <a:schemeClr val="accent4">
                    <a:lumMod val="75000"/>
                  </a:schemeClr>
                </a:solidFill>
                <a:latin typeface="Sagona ExtraLight" panose="02020303050505020204" pitchFamily="18" charset="0"/>
              </a:defRPr>
            </a:lvl1pPr>
          </a:lstStyle>
          <a:p>
            <a:r>
              <a:rPr lang="en-US" noProof="0"/>
              <a:t>TITLE GOE HERE</a:t>
            </a:r>
          </a:p>
        </p:txBody>
      </p:sp>
      <p:cxnSp>
        <p:nvCxnSpPr>
          <p:cNvPr id="13" name="Straight Connector 12">
            <a:extLst>
              <a:ext uri="{FF2B5EF4-FFF2-40B4-BE49-F238E27FC236}">
                <a16:creationId xmlns:a16="http://schemas.microsoft.com/office/drawing/2014/main" id="{B781E455-9E6F-1B48-A537-F86699963276}"/>
              </a:ext>
            </a:extLst>
          </p:cNvPr>
          <p:cNvCxnSpPr>
            <a:cxnSpLocks/>
          </p:cNvCxnSpPr>
          <p:nvPr userDrawn="1"/>
        </p:nvCxnSpPr>
        <p:spPr>
          <a:xfrm>
            <a:off x="392623" y="1342197"/>
            <a:ext cx="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2" name="Rectangle: Rounded Corners 16">
            <a:extLst>
              <a:ext uri="{FF2B5EF4-FFF2-40B4-BE49-F238E27FC236}">
                <a16:creationId xmlns:a16="http://schemas.microsoft.com/office/drawing/2014/main" id="{B3776AA3-9860-D247-8A43-85FD58FFFD43}"/>
              </a:ext>
            </a:extLst>
          </p:cNvPr>
          <p:cNvSpPr/>
          <p:nvPr/>
        </p:nvSpPr>
        <p:spPr>
          <a:xfrm>
            <a:off x="392622" y="2294008"/>
            <a:ext cx="506948" cy="506948"/>
          </a:xfrm>
          <a:prstGeom prst="roundRect">
            <a:avLst/>
          </a:prstGeom>
          <a:noFill/>
          <a:ln w="190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6" name="Picture Placeholder 5">
            <a:extLst>
              <a:ext uri="{FF2B5EF4-FFF2-40B4-BE49-F238E27FC236}">
                <a16:creationId xmlns:a16="http://schemas.microsoft.com/office/drawing/2014/main" id="{7A07194D-FDC6-4941-AE99-5ED1F7F4C585}"/>
              </a:ext>
            </a:extLst>
          </p:cNvPr>
          <p:cNvSpPr>
            <a:spLocks noGrp="1"/>
          </p:cNvSpPr>
          <p:nvPr>
            <p:ph type="pic" sz="quarter" idx="13"/>
          </p:nvPr>
        </p:nvSpPr>
        <p:spPr>
          <a:xfrm>
            <a:off x="464682" y="2366353"/>
            <a:ext cx="369944" cy="368788"/>
          </a:xfrm>
        </p:spPr>
        <p:txBody>
          <a:bodyPr anchor="ctr">
            <a:normAutofit/>
          </a:bodyPr>
          <a:lstStyle>
            <a:lvl1pPr marL="0" indent="0" algn="ctr">
              <a:buNone/>
              <a:defRPr sz="800"/>
            </a:lvl1pPr>
          </a:lstStyle>
          <a:p>
            <a:r>
              <a:rPr lang="en-US" noProof="0"/>
              <a:t>Click icon to add picture</a:t>
            </a:r>
            <a:endParaRPr lang="en-US" noProof="0" dirty="0"/>
          </a:p>
        </p:txBody>
      </p:sp>
      <p:sp>
        <p:nvSpPr>
          <p:cNvPr id="57" name="Rectangle: Rounded Corners 16">
            <a:extLst>
              <a:ext uri="{FF2B5EF4-FFF2-40B4-BE49-F238E27FC236}">
                <a16:creationId xmlns:a16="http://schemas.microsoft.com/office/drawing/2014/main" id="{F5244B71-4557-B64C-8C28-456C7623AE5B}"/>
              </a:ext>
            </a:extLst>
          </p:cNvPr>
          <p:cNvSpPr/>
          <p:nvPr userDrawn="1"/>
        </p:nvSpPr>
        <p:spPr>
          <a:xfrm>
            <a:off x="392622" y="3519693"/>
            <a:ext cx="506948" cy="506948"/>
          </a:xfrm>
          <a:prstGeom prst="roundRect">
            <a:avLst/>
          </a:prstGeom>
          <a:noFill/>
          <a:ln w="190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58" name="Picture Placeholder 5">
            <a:extLst>
              <a:ext uri="{FF2B5EF4-FFF2-40B4-BE49-F238E27FC236}">
                <a16:creationId xmlns:a16="http://schemas.microsoft.com/office/drawing/2014/main" id="{B12F4613-2BD8-E54D-A2E0-8707A28A10A4}"/>
              </a:ext>
            </a:extLst>
          </p:cNvPr>
          <p:cNvSpPr>
            <a:spLocks noGrp="1"/>
          </p:cNvSpPr>
          <p:nvPr>
            <p:ph type="pic" sz="quarter" idx="14"/>
          </p:nvPr>
        </p:nvSpPr>
        <p:spPr>
          <a:xfrm>
            <a:off x="464682" y="3592038"/>
            <a:ext cx="369944" cy="368788"/>
          </a:xfrm>
        </p:spPr>
        <p:txBody>
          <a:bodyPr anchor="ctr">
            <a:normAutofit/>
          </a:bodyPr>
          <a:lstStyle>
            <a:lvl1pPr marL="0" indent="0" algn="ctr">
              <a:buNone/>
              <a:defRPr sz="800"/>
            </a:lvl1pPr>
          </a:lstStyle>
          <a:p>
            <a:r>
              <a:rPr lang="en-US" noProof="0"/>
              <a:t>Click icon to add picture</a:t>
            </a:r>
          </a:p>
        </p:txBody>
      </p:sp>
      <p:sp>
        <p:nvSpPr>
          <p:cNvPr id="61" name="Rectangle: Rounded Corners 16">
            <a:extLst>
              <a:ext uri="{FF2B5EF4-FFF2-40B4-BE49-F238E27FC236}">
                <a16:creationId xmlns:a16="http://schemas.microsoft.com/office/drawing/2014/main" id="{1A5F3004-02A9-1E43-A3E5-8ABCD5ED1A1C}"/>
              </a:ext>
            </a:extLst>
          </p:cNvPr>
          <p:cNvSpPr/>
          <p:nvPr userDrawn="1"/>
        </p:nvSpPr>
        <p:spPr>
          <a:xfrm>
            <a:off x="392622" y="4784289"/>
            <a:ext cx="506948" cy="506948"/>
          </a:xfrm>
          <a:prstGeom prst="roundRect">
            <a:avLst/>
          </a:prstGeom>
          <a:noFill/>
          <a:ln w="190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62" name="Picture Placeholder 5">
            <a:extLst>
              <a:ext uri="{FF2B5EF4-FFF2-40B4-BE49-F238E27FC236}">
                <a16:creationId xmlns:a16="http://schemas.microsoft.com/office/drawing/2014/main" id="{1A844DD7-EE1E-F04F-91C7-38039BFF2046}"/>
              </a:ext>
            </a:extLst>
          </p:cNvPr>
          <p:cNvSpPr>
            <a:spLocks noGrp="1"/>
          </p:cNvSpPr>
          <p:nvPr>
            <p:ph type="pic" sz="quarter" idx="15"/>
          </p:nvPr>
        </p:nvSpPr>
        <p:spPr>
          <a:xfrm>
            <a:off x="464682" y="4856634"/>
            <a:ext cx="369944" cy="368788"/>
          </a:xfrm>
        </p:spPr>
        <p:txBody>
          <a:bodyPr anchor="ctr">
            <a:normAutofit/>
          </a:bodyPr>
          <a:lstStyle>
            <a:lvl1pPr marL="0" indent="0" algn="ctr">
              <a:buNone/>
              <a:defRPr sz="800"/>
            </a:lvl1pPr>
          </a:lstStyle>
          <a:p>
            <a:r>
              <a:rPr lang="en-US" noProof="0"/>
              <a:t>Click icon to add picture</a:t>
            </a:r>
          </a:p>
        </p:txBody>
      </p:sp>
      <p:sp>
        <p:nvSpPr>
          <p:cNvPr id="98" name="Rectangle: Rounded Corners 16">
            <a:extLst>
              <a:ext uri="{FF2B5EF4-FFF2-40B4-BE49-F238E27FC236}">
                <a16:creationId xmlns:a16="http://schemas.microsoft.com/office/drawing/2014/main" id="{491E125D-06D1-A343-A3C9-CBC63A66CDC0}"/>
              </a:ext>
            </a:extLst>
          </p:cNvPr>
          <p:cNvSpPr/>
          <p:nvPr userDrawn="1"/>
        </p:nvSpPr>
        <p:spPr>
          <a:xfrm>
            <a:off x="5605550" y="2294008"/>
            <a:ext cx="506948" cy="506948"/>
          </a:xfrm>
          <a:prstGeom prst="roundRect">
            <a:avLst/>
          </a:prstGeom>
          <a:noFill/>
          <a:ln w="190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99" name="Picture Placeholder 5">
            <a:extLst>
              <a:ext uri="{FF2B5EF4-FFF2-40B4-BE49-F238E27FC236}">
                <a16:creationId xmlns:a16="http://schemas.microsoft.com/office/drawing/2014/main" id="{26670858-0422-9546-B0BD-9B2D594140BA}"/>
              </a:ext>
            </a:extLst>
          </p:cNvPr>
          <p:cNvSpPr>
            <a:spLocks noGrp="1"/>
          </p:cNvSpPr>
          <p:nvPr>
            <p:ph type="pic" sz="quarter" idx="21"/>
          </p:nvPr>
        </p:nvSpPr>
        <p:spPr>
          <a:xfrm>
            <a:off x="5683052" y="2366353"/>
            <a:ext cx="369944" cy="368788"/>
          </a:xfrm>
        </p:spPr>
        <p:txBody>
          <a:bodyPr anchor="ctr">
            <a:normAutofit/>
          </a:bodyPr>
          <a:lstStyle>
            <a:lvl1pPr marL="0" indent="0" algn="ctr">
              <a:buNone/>
              <a:defRPr sz="800"/>
            </a:lvl1pPr>
          </a:lstStyle>
          <a:p>
            <a:r>
              <a:rPr lang="en-US" noProof="0"/>
              <a:t>Click icon to add picture</a:t>
            </a:r>
          </a:p>
        </p:txBody>
      </p:sp>
      <p:sp>
        <p:nvSpPr>
          <p:cNvPr id="100" name="Rectangle: Rounded Corners 16">
            <a:extLst>
              <a:ext uri="{FF2B5EF4-FFF2-40B4-BE49-F238E27FC236}">
                <a16:creationId xmlns:a16="http://schemas.microsoft.com/office/drawing/2014/main" id="{9DDF7684-5C6D-B344-A059-87C2BDD8657A}"/>
              </a:ext>
            </a:extLst>
          </p:cNvPr>
          <p:cNvSpPr/>
          <p:nvPr userDrawn="1"/>
        </p:nvSpPr>
        <p:spPr>
          <a:xfrm>
            <a:off x="5610992" y="3519693"/>
            <a:ext cx="506948" cy="506948"/>
          </a:xfrm>
          <a:prstGeom prst="roundRect">
            <a:avLst/>
          </a:prstGeom>
          <a:noFill/>
          <a:ln w="190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01" name="Picture Placeholder 5">
            <a:extLst>
              <a:ext uri="{FF2B5EF4-FFF2-40B4-BE49-F238E27FC236}">
                <a16:creationId xmlns:a16="http://schemas.microsoft.com/office/drawing/2014/main" id="{72578CBB-F47F-C740-982B-BA1719663CCD}"/>
              </a:ext>
            </a:extLst>
          </p:cNvPr>
          <p:cNvSpPr>
            <a:spLocks noGrp="1"/>
          </p:cNvSpPr>
          <p:nvPr>
            <p:ph type="pic" sz="quarter" idx="22"/>
          </p:nvPr>
        </p:nvSpPr>
        <p:spPr>
          <a:xfrm>
            <a:off x="5683052" y="3592038"/>
            <a:ext cx="369944" cy="368788"/>
          </a:xfrm>
        </p:spPr>
        <p:txBody>
          <a:bodyPr anchor="ctr">
            <a:normAutofit/>
          </a:bodyPr>
          <a:lstStyle>
            <a:lvl1pPr marL="0" indent="0" algn="ctr">
              <a:buNone/>
              <a:defRPr sz="800"/>
            </a:lvl1pPr>
          </a:lstStyle>
          <a:p>
            <a:r>
              <a:rPr lang="en-US" noProof="0"/>
              <a:t>Click icon to add picture</a:t>
            </a:r>
          </a:p>
        </p:txBody>
      </p:sp>
      <p:sp>
        <p:nvSpPr>
          <p:cNvPr id="102" name="Rectangle: Rounded Corners 16">
            <a:extLst>
              <a:ext uri="{FF2B5EF4-FFF2-40B4-BE49-F238E27FC236}">
                <a16:creationId xmlns:a16="http://schemas.microsoft.com/office/drawing/2014/main" id="{FE14D617-9285-9D4D-84E4-7BBD145B397E}"/>
              </a:ext>
            </a:extLst>
          </p:cNvPr>
          <p:cNvSpPr/>
          <p:nvPr userDrawn="1"/>
        </p:nvSpPr>
        <p:spPr>
          <a:xfrm>
            <a:off x="5610992" y="4784289"/>
            <a:ext cx="506948" cy="506948"/>
          </a:xfrm>
          <a:prstGeom prst="roundRect">
            <a:avLst/>
          </a:prstGeom>
          <a:noFill/>
          <a:ln w="190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03" name="Picture Placeholder 5">
            <a:extLst>
              <a:ext uri="{FF2B5EF4-FFF2-40B4-BE49-F238E27FC236}">
                <a16:creationId xmlns:a16="http://schemas.microsoft.com/office/drawing/2014/main" id="{32A1D8CC-0021-A243-9775-CF930D41B94D}"/>
              </a:ext>
            </a:extLst>
          </p:cNvPr>
          <p:cNvSpPr>
            <a:spLocks noGrp="1"/>
          </p:cNvSpPr>
          <p:nvPr>
            <p:ph type="pic" sz="quarter" idx="23"/>
          </p:nvPr>
        </p:nvSpPr>
        <p:spPr>
          <a:xfrm>
            <a:off x="5683052" y="4856634"/>
            <a:ext cx="369944" cy="368788"/>
          </a:xfrm>
        </p:spPr>
        <p:txBody>
          <a:bodyPr anchor="ctr">
            <a:normAutofit/>
          </a:bodyPr>
          <a:lstStyle>
            <a:lvl1pPr marL="0" indent="0" algn="ctr">
              <a:buNone/>
              <a:defRPr sz="800"/>
            </a:lvl1pPr>
          </a:lstStyle>
          <a:p>
            <a:r>
              <a:rPr lang="en-US" noProof="0"/>
              <a:t>Click icon to add picture</a:t>
            </a:r>
          </a:p>
        </p:txBody>
      </p:sp>
      <p:sp>
        <p:nvSpPr>
          <p:cNvPr id="107" name="Text Placeholder 10">
            <a:extLst>
              <a:ext uri="{FF2B5EF4-FFF2-40B4-BE49-F238E27FC236}">
                <a16:creationId xmlns:a16="http://schemas.microsoft.com/office/drawing/2014/main" id="{8867B6C6-0A29-A04E-BAE5-B9060225E124}"/>
              </a:ext>
            </a:extLst>
          </p:cNvPr>
          <p:cNvSpPr>
            <a:spLocks noGrp="1"/>
          </p:cNvSpPr>
          <p:nvPr>
            <p:ph type="body" sz="quarter" idx="25"/>
          </p:nvPr>
        </p:nvSpPr>
        <p:spPr>
          <a:xfrm>
            <a:off x="1222571" y="2512451"/>
            <a:ext cx="3995035" cy="426685"/>
          </a:xfrm>
        </p:spPr>
        <p:txBody>
          <a:bodyPr lIns="0" rIns="0" anchor="t">
            <a:noAutofit/>
          </a:bodyPr>
          <a:lstStyle>
            <a:lvl1pPr marL="0" indent="0">
              <a:lnSpc>
                <a:spcPct val="100000"/>
              </a:lnSpc>
              <a:buNone/>
              <a:defRPr sz="1400">
                <a:solidFill>
                  <a:schemeClr val="tx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noProof="0"/>
              <a:t>Click to edit Master text styles</a:t>
            </a:r>
          </a:p>
        </p:txBody>
      </p:sp>
      <p:sp>
        <p:nvSpPr>
          <p:cNvPr id="109" name="Text Placeholder 2">
            <a:extLst>
              <a:ext uri="{FF2B5EF4-FFF2-40B4-BE49-F238E27FC236}">
                <a16:creationId xmlns:a16="http://schemas.microsoft.com/office/drawing/2014/main" id="{9DF49D7C-2E08-9348-9C2B-0496EF9612DF}"/>
              </a:ext>
            </a:extLst>
          </p:cNvPr>
          <p:cNvSpPr>
            <a:spLocks noGrp="1"/>
          </p:cNvSpPr>
          <p:nvPr>
            <p:ph type="body" idx="26"/>
          </p:nvPr>
        </p:nvSpPr>
        <p:spPr>
          <a:xfrm>
            <a:off x="1222570" y="2265592"/>
            <a:ext cx="3995036" cy="365095"/>
          </a:xfrm>
        </p:spPr>
        <p:txBody>
          <a:bodyPr lIns="0" anchor="b">
            <a:noAutofit/>
          </a:bodyPr>
          <a:lstStyle>
            <a:lvl1pPr marL="0" indent="0">
              <a:buNone/>
              <a:defRPr sz="1800" b="1" cap="all" baseline="0">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10" name="Text Placeholder 10">
            <a:extLst>
              <a:ext uri="{FF2B5EF4-FFF2-40B4-BE49-F238E27FC236}">
                <a16:creationId xmlns:a16="http://schemas.microsoft.com/office/drawing/2014/main" id="{2733402A-D14F-6D48-A59D-329C3824DD2E}"/>
              </a:ext>
            </a:extLst>
          </p:cNvPr>
          <p:cNvSpPr>
            <a:spLocks noGrp="1"/>
          </p:cNvSpPr>
          <p:nvPr>
            <p:ph type="body" sz="quarter" idx="27"/>
          </p:nvPr>
        </p:nvSpPr>
        <p:spPr>
          <a:xfrm>
            <a:off x="1222571" y="3745506"/>
            <a:ext cx="3995035" cy="426685"/>
          </a:xfrm>
        </p:spPr>
        <p:txBody>
          <a:bodyPr lIns="0" rIns="0" anchor="t">
            <a:noAutofit/>
          </a:bodyPr>
          <a:lstStyle>
            <a:lvl1pPr marL="0" indent="0">
              <a:lnSpc>
                <a:spcPct val="100000"/>
              </a:lnSpc>
              <a:buNone/>
              <a:defRPr sz="1400">
                <a:solidFill>
                  <a:schemeClr val="tx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noProof="0"/>
              <a:t>Click to edit Master text styles</a:t>
            </a:r>
          </a:p>
        </p:txBody>
      </p:sp>
      <p:sp>
        <p:nvSpPr>
          <p:cNvPr id="111" name="Text Placeholder 2">
            <a:extLst>
              <a:ext uri="{FF2B5EF4-FFF2-40B4-BE49-F238E27FC236}">
                <a16:creationId xmlns:a16="http://schemas.microsoft.com/office/drawing/2014/main" id="{3886AD51-641D-6B44-B558-2B15E88D1BC5}"/>
              </a:ext>
            </a:extLst>
          </p:cNvPr>
          <p:cNvSpPr>
            <a:spLocks noGrp="1"/>
          </p:cNvSpPr>
          <p:nvPr>
            <p:ph type="body" idx="28"/>
          </p:nvPr>
        </p:nvSpPr>
        <p:spPr>
          <a:xfrm>
            <a:off x="1222570" y="3498647"/>
            <a:ext cx="3995036" cy="365095"/>
          </a:xfrm>
        </p:spPr>
        <p:txBody>
          <a:bodyPr lIns="0" anchor="b">
            <a:noAutofit/>
          </a:bodyPr>
          <a:lstStyle>
            <a:lvl1pPr marL="0" indent="0">
              <a:buNone/>
              <a:defRPr sz="1800" b="1" cap="all" baseline="0">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12" name="Text Placeholder 10">
            <a:extLst>
              <a:ext uri="{FF2B5EF4-FFF2-40B4-BE49-F238E27FC236}">
                <a16:creationId xmlns:a16="http://schemas.microsoft.com/office/drawing/2014/main" id="{C00297CA-1F0B-4C44-852F-CF6FEA9F9481}"/>
              </a:ext>
            </a:extLst>
          </p:cNvPr>
          <p:cNvSpPr>
            <a:spLocks noGrp="1"/>
          </p:cNvSpPr>
          <p:nvPr>
            <p:ph type="body" sz="quarter" idx="29"/>
          </p:nvPr>
        </p:nvSpPr>
        <p:spPr>
          <a:xfrm>
            <a:off x="1222571" y="5006270"/>
            <a:ext cx="3995035" cy="426685"/>
          </a:xfrm>
        </p:spPr>
        <p:txBody>
          <a:bodyPr lIns="0" rIns="0" anchor="t">
            <a:noAutofit/>
          </a:bodyPr>
          <a:lstStyle>
            <a:lvl1pPr marL="0" indent="0">
              <a:lnSpc>
                <a:spcPct val="100000"/>
              </a:lnSpc>
              <a:buNone/>
              <a:defRPr sz="1400">
                <a:solidFill>
                  <a:schemeClr val="tx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noProof="0"/>
              <a:t>Click to edit Master text styles</a:t>
            </a:r>
          </a:p>
        </p:txBody>
      </p:sp>
      <p:sp>
        <p:nvSpPr>
          <p:cNvPr id="113" name="Text Placeholder 2">
            <a:extLst>
              <a:ext uri="{FF2B5EF4-FFF2-40B4-BE49-F238E27FC236}">
                <a16:creationId xmlns:a16="http://schemas.microsoft.com/office/drawing/2014/main" id="{3F704107-F38D-E044-8226-ACDDEDEDC605}"/>
              </a:ext>
            </a:extLst>
          </p:cNvPr>
          <p:cNvSpPr>
            <a:spLocks noGrp="1"/>
          </p:cNvSpPr>
          <p:nvPr>
            <p:ph type="body" idx="30"/>
          </p:nvPr>
        </p:nvSpPr>
        <p:spPr>
          <a:xfrm>
            <a:off x="1222570" y="4759411"/>
            <a:ext cx="3995036" cy="365095"/>
          </a:xfrm>
        </p:spPr>
        <p:txBody>
          <a:bodyPr lIns="0" anchor="b">
            <a:noAutofit/>
          </a:bodyPr>
          <a:lstStyle>
            <a:lvl1pPr marL="0" indent="0">
              <a:buNone/>
              <a:defRPr sz="1800" b="1" cap="all" baseline="0">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24" name="Text Placeholder 10">
            <a:extLst>
              <a:ext uri="{FF2B5EF4-FFF2-40B4-BE49-F238E27FC236}">
                <a16:creationId xmlns:a16="http://schemas.microsoft.com/office/drawing/2014/main" id="{7A332327-16D9-9B48-8EAC-A4F377D5904D}"/>
              </a:ext>
            </a:extLst>
          </p:cNvPr>
          <p:cNvSpPr>
            <a:spLocks noGrp="1"/>
          </p:cNvSpPr>
          <p:nvPr>
            <p:ph type="body" sz="quarter" idx="33"/>
          </p:nvPr>
        </p:nvSpPr>
        <p:spPr>
          <a:xfrm>
            <a:off x="6500441" y="2512451"/>
            <a:ext cx="3995035" cy="426685"/>
          </a:xfrm>
        </p:spPr>
        <p:txBody>
          <a:bodyPr lIns="0" rIns="0" anchor="t">
            <a:noAutofit/>
          </a:bodyPr>
          <a:lstStyle>
            <a:lvl1pPr marL="0" indent="0">
              <a:lnSpc>
                <a:spcPct val="100000"/>
              </a:lnSpc>
              <a:buNone/>
              <a:defRPr sz="1400">
                <a:solidFill>
                  <a:schemeClr val="tx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noProof="0"/>
              <a:t>Click to edit Master text styles</a:t>
            </a:r>
          </a:p>
        </p:txBody>
      </p:sp>
      <p:sp>
        <p:nvSpPr>
          <p:cNvPr id="125" name="Text Placeholder 2">
            <a:extLst>
              <a:ext uri="{FF2B5EF4-FFF2-40B4-BE49-F238E27FC236}">
                <a16:creationId xmlns:a16="http://schemas.microsoft.com/office/drawing/2014/main" id="{8EB0263B-D418-C14A-A00B-092B5EB5C515}"/>
              </a:ext>
            </a:extLst>
          </p:cNvPr>
          <p:cNvSpPr>
            <a:spLocks noGrp="1"/>
          </p:cNvSpPr>
          <p:nvPr>
            <p:ph type="body" idx="34"/>
          </p:nvPr>
        </p:nvSpPr>
        <p:spPr>
          <a:xfrm>
            <a:off x="6500441" y="2265592"/>
            <a:ext cx="3995036" cy="365095"/>
          </a:xfrm>
        </p:spPr>
        <p:txBody>
          <a:bodyPr lIns="0" anchor="b">
            <a:noAutofit/>
          </a:bodyPr>
          <a:lstStyle>
            <a:lvl1pPr marL="0" indent="0">
              <a:buNone/>
              <a:defRPr sz="1800" b="1" cap="all" baseline="0">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26" name="Text Placeholder 10">
            <a:extLst>
              <a:ext uri="{FF2B5EF4-FFF2-40B4-BE49-F238E27FC236}">
                <a16:creationId xmlns:a16="http://schemas.microsoft.com/office/drawing/2014/main" id="{53CC49A6-2AB5-664B-9A6C-56D70E1382D7}"/>
              </a:ext>
            </a:extLst>
          </p:cNvPr>
          <p:cNvSpPr>
            <a:spLocks noGrp="1"/>
          </p:cNvSpPr>
          <p:nvPr>
            <p:ph type="body" sz="quarter" idx="35"/>
          </p:nvPr>
        </p:nvSpPr>
        <p:spPr>
          <a:xfrm>
            <a:off x="6500441" y="3745506"/>
            <a:ext cx="3995035" cy="426685"/>
          </a:xfrm>
        </p:spPr>
        <p:txBody>
          <a:bodyPr lIns="0" rIns="0" anchor="t">
            <a:noAutofit/>
          </a:bodyPr>
          <a:lstStyle>
            <a:lvl1pPr marL="0" indent="0">
              <a:lnSpc>
                <a:spcPct val="100000"/>
              </a:lnSpc>
              <a:buNone/>
              <a:defRPr sz="1400">
                <a:solidFill>
                  <a:schemeClr val="tx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noProof="0"/>
              <a:t>Click to edit Master text styles</a:t>
            </a:r>
          </a:p>
        </p:txBody>
      </p:sp>
      <p:sp>
        <p:nvSpPr>
          <p:cNvPr id="127" name="Text Placeholder 2">
            <a:extLst>
              <a:ext uri="{FF2B5EF4-FFF2-40B4-BE49-F238E27FC236}">
                <a16:creationId xmlns:a16="http://schemas.microsoft.com/office/drawing/2014/main" id="{718CCABC-AF06-5241-8D13-EB2F4637D435}"/>
              </a:ext>
            </a:extLst>
          </p:cNvPr>
          <p:cNvSpPr>
            <a:spLocks noGrp="1"/>
          </p:cNvSpPr>
          <p:nvPr>
            <p:ph type="body" idx="36"/>
          </p:nvPr>
        </p:nvSpPr>
        <p:spPr>
          <a:xfrm>
            <a:off x="6500441" y="3498647"/>
            <a:ext cx="3995036" cy="365095"/>
          </a:xfrm>
        </p:spPr>
        <p:txBody>
          <a:bodyPr lIns="0" anchor="b">
            <a:noAutofit/>
          </a:bodyPr>
          <a:lstStyle>
            <a:lvl1pPr marL="0" indent="0">
              <a:buNone/>
              <a:defRPr sz="1800" b="1" cap="all" baseline="0">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28" name="Text Placeholder 10">
            <a:extLst>
              <a:ext uri="{FF2B5EF4-FFF2-40B4-BE49-F238E27FC236}">
                <a16:creationId xmlns:a16="http://schemas.microsoft.com/office/drawing/2014/main" id="{5119242C-1FE8-C140-9349-8172F954E3CB}"/>
              </a:ext>
            </a:extLst>
          </p:cNvPr>
          <p:cNvSpPr>
            <a:spLocks noGrp="1"/>
          </p:cNvSpPr>
          <p:nvPr>
            <p:ph type="body" sz="quarter" idx="37"/>
          </p:nvPr>
        </p:nvSpPr>
        <p:spPr>
          <a:xfrm>
            <a:off x="6500441" y="5006270"/>
            <a:ext cx="3995035" cy="426685"/>
          </a:xfrm>
        </p:spPr>
        <p:txBody>
          <a:bodyPr lIns="0" rIns="0" anchor="t">
            <a:noAutofit/>
          </a:bodyPr>
          <a:lstStyle>
            <a:lvl1pPr marL="0" indent="0">
              <a:lnSpc>
                <a:spcPct val="100000"/>
              </a:lnSpc>
              <a:buNone/>
              <a:defRPr sz="1400">
                <a:solidFill>
                  <a:schemeClr val="tx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noProof="0"/>
              <a:t>Click to edit Master text styles</a:t>
            </a:r>
          </a:p>
        </p:txBody>
      </p:sp>
      <p:sp>
        <p:nvSpPr>
          <p:cNvPr id="129" name="Text Placeholder 2">
            <a:extLst>
              <a:ext uri="{FF2B5EF4-FFF2-40B4-BE49-F238E27FC236}">
                <a16:creationId xmlns:a16="http://schemas.microsoft.com/office/drawing/2014/main" id="{23F2AE0B-3E70-BB47-8FBC-FE66A5A297BD}"/>
              </a:ext>
            </a:extLst>
          </p:cNvPr>
          <p:cNvSpPr>
            <a:spLocks noGrp="1"/>
          </p:cNvSpPr>
          <p:nvPr>
            <p:ph type="body" idx="38"/>
          </p:nvPr>
        </p:nvSpPr>
        <p:spPr>
          <a:xfrm>
            <a:off x="6500441" y="4759411"/>
            <a:ext cx="3995036" cy="365095"/>
          </a:xfrm>
        </p:spPr>
        <p:txBody>
          <a:bodyPr lIns="0" anchor="b">
            <a:noAutofit/>
          </a:bodyPr>
          <a:lstStyle>
            <a:lvl1pPr marL="0" indent="0">
              <a:buNone/>
              <a:defRPr sz="1800" b="1" cap="all" baseline="0">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cxnSp>
        <p:nvCxnSpPr>
          <p:cNvPr id="42" name="Straight Connector 41">
            <a:extLst>
              <a:ext uri="{FF2B5EF4-FFF2-40B4-BE49-F238E27FC236}">
                <a16:creationId xmlns:a16="http://schemas.microsoft.com/office/drawing/2014/main" id="{58A232C0-1AC5-164D-B8B6-CC8F07CF2E21}"/>
              </a:ext>
            </a:extLst>
          </p:cNvPr>
          <p:cNvCxnSpPr>
            <a:cxnSpLocks/>
          </p:cNvCxnSpPr>
          <p:nvPr userDrawn="1"/>
        </p:nvCxnSpPr>
        <p:spPr>
          <a:xfrm>
            <a:off x="11057682" y="0"/>
            <a:ext cx="0" cy="685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83075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Overview_3">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a:xfrm>
            <a:off x="838200" y="6356350"/>
            <a:ext cx="2743200" cy="365125"/>
          </a:xfrm>
        </p:spPr>
        <p:txBody>
          <a:bodyPr/>
          <a:lstStyle/>
          <a:p>
            <a:fld id="{8F9F391E-143D-F948-ADAE-29AEA3C1EBFB}" type="datetimeFigureOut">
              <a:rPr lang="en-US" smtClean="0"/>
              <a:t>5/5/2026</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p>
            <a:fld id="{31FEFF75-79D2-EE46-877B-299D1510E681}" type="slidenum">
              <a:rPr lang="en-US" smtClean="0"/>
              <a:t>‹#›</a:t>
            </a:fld>
            <a:endParaRPr lang="en-US" dirty="0"/>
          </a:p>
        </p:txBody>
      </p:sp>
      <p:sp>
        <p:nvSpPr>
          <p:cNvPr id="7" name="Title 1">
            <a:extLst>
              <a:ext uri="{FF2B5EF4-FFF2-40B4-BE49-F238E27FC236}">
                <a16:creationId xmlns:a16="http://schemas.microsoft.com/office/drawing/2014/main" id="{9B04801C-3319-AC43-9484-8377A4F8F253}"/>
              </a:ext>
            </a:extLst>
          </p:cNvPr>
          <p:cNvSpPr>
            <a:spLocks noGrp="1"/>
          </p:cNvSpPr>
          <p:nvPr>
            <p:ph type="ctrTitle" hasCustomPrompt="1"/>
          </p:nvPr>
        </p:nvSpPr>
        <p:spPr>
          <a:xfrm>
            <a:off x="392623" y="339645"/>
            <a:ext cx="11369068" cy="1002552"/>
          </a:xfrm>
        </p:spPr>
        <p:txBody>
          <a:bodyPr lIns="0" rIns="0" anchor="b">
            <a:noAutofit/>
          </a:bodyPr>
          <a:lstStyle>
            <a:lvl1pPr algn="l">
              <a:defRPr sz="4500" b="0" i="0" cap="all" baseline="0">
                <a:solidFill>
                  <a:schemeClr val="accent4">
                    <a:lumMod val="75000"/>
                  </a:schemeClr>
                </a:solidFill>
                <a:latin typeface="Sagona ExtraLight" panose="02020303050505020204" pitchFamily="18" charset="0"/>
              </a:defRPr>
            </a:lvl1pPr>
          </a:lstStyle>
          <a:p>
            <a:r>
              <a:rPr lang="en-US" dirty="0"/>
              <a:t>TITLE GOE HERE</a:t>
            </a:r>
          </a:p>
        </p:txBody>
      </p:sp>
      <p:cxnSp>
        <p:nvCxnSpPr>
          <p:cNvPr id="13" name="Straight Connector 12">
            <a:extLst>
              <a:ext uri="{FF2B5EF4-FFF2-40B4-BE49-F238E27FC236}">
                <a16:creationId xmlns:a16="http://schemas.microsoft.com/office/drawing/2014/main" id="{B781E455-9E6F-1B48-A537-F86699963276}"/>
              </a:ext>
            </a:extLst>
          </p:cNvPr>
          <p:cNvCxnSpPr>
            <a:cxnSpLocks/>
          </p:cNvCxnSpPr>
          <p:nvPr userDrawn="1"/>
        </p:nvCxnSpPr>
        <p:spPr>
          <a:xfrm>
            <a:off x="392623" y="1342197"/>
            <a:ext cx="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CF93E56-30EE-384E-9A8A-090C645582DB}"/>
              </a:ext>
            </a:extLst>
          </p:cNvPr>
          <p:cNvCxnSpPr>
            <a:cxnSpLocks/>
          </p:cNvCxnSpPr>
          <p:nvPr userDrawn="1"/>
        </p:nvCxnSpPr>
        <p:spPr>
          <a:xfrm>
            <a:off x="392623" y="1405468"/>
            <a:ext cx="11369068"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2" name="Rectangle: Rounded Corners 16">
            <a:extLst>
              <a:ext uri="{FF2B5EF4-FFF2-40B4-BE49-F238E27FC236}">
                <a16:creationId xmlns:a16="http://schemas.microsoft.com/office/drawing/2014/main" id="{B3776AA3-9860-D247-8A43-85FD58FFFD43}"/>
              </a:ext>
            </a:extLst>
          </p:cNvPr>
          <p:cNvSpPr/>
          <p:nvPr/>
        </p:nvSpPr>
        <p:spPr>
          <a:xfrm>
            <a:off x="392623" y="2356447"/>
            <a:ext cx="506948" cy="506948"/>
          </a:xfrm>
          <a:prstGeom prst="roundRect">
            <a:avLst/>
          </a:prstGeom>
          <a:noFill/>
          <a:ln w="190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6" name="Picture Placeholder 5">
            <a:extLst>
              <a:ext uri="{FF2B5EF4-FFF2-40B4-BE49-F238E27FC236}">
                <a16:creationId xmlns:a16="http://schemas.microsoft.com/office/drawing/2014/main" id="{7A07194D-FDC6-4941-AE99-5ED1F7F4C585}"/>
              </a:ext>
            </a:extLst>
          </p:cNvPr>
          <p:cNvSpPr>
            <a:spLocks noGrp="1"/>
          </p:cNvSpPr>
          <p:nvPr>
            <p:ph type="pic" sz="quarter" idx="13"/>
          </p:nvPr>
        </p:nvSpPr>
        <p:spPr>
          <a:xfrm>
            <a:off x="464683" y="2428792"/>
            <a:ext cx="369944" cy="368788"/>
          </a:xfrm>
        </p:spPr>
        <p:txBody>
          <a:bodyPr anchor="ctr">
            <a:normAutofit/>
          </a:bodyPr>
          <a:lstStyle>
            <a:lvl1pPr marL="0" indent="0" algn="ctr">
              <a:buNone/>
              <a:defRPr sz="800"/>
            </a:lvl1pPr>
          </a:lstStyle>
          <a:p>
            <a:r>
              <a:rPr lang="en-US" noProof="0"/>
              <a:t>Click icon to add picture</a:t>
            </a:r>
          </a:p>
        </p:txBody>
      </p:sp>
      <p:sp>
        <p:nvSpPr>
          <p:cNvPr id="57" name="Rectangle: Rounded Corners 16">
            <a:extLst>
              <a:ext uri="{FF2B5EF4-FFF2-40B4-BE49-F238E27FC236}">
                <a16:creationId xmlns:a16="http://schemas.microsoft.com/office/drawing/2014/main" id="{F5244B71-4557-B64C-8C28-456C7623AE5B}"/>
              </a:ext>
            </a:extLst>
          </p:cNvPr>
          <p:cNvSpPr/>
          <p:nvPr userDrawn="1"/>
        </p:nvSpPr>
        <p:spPr>
          <a:xfrm>
            <a:off x="392623" y="3582132"/>
            <a:ext cx="506948" cy="506948"/>
          </a:xfrm>
          <a:prstGeom prst="roundRect">
            <a:avLst/>
          </a:prstGeom>
          <a:noFill/>
          <a:ln w="190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58" name="Picture Placeholder 5">
            <a:extLst>
              <a:ext uri="{FF2B5EF4-FFF2-40B4-BE49-F238E27FC236}">
                <a16:creationId xmlns:a16="http://schemas.microsoft.com/office/drawing/2014/main" id="{B12F4613-2BD8-E54D-A2E0-8707A28A10A4}"/>
              </a:ext>
            </a:extLst>
          </p:cNvPr>
          <p:cNvSpPr>
            <a:spLocks noGrp="1"/>
          </p:cNvSpPr>
          <p:nvPr>
            <p:ph type="pic" sz="quarter" idx="14"/>
          </p:nvPr>
        </p:nvSpPr>
        <p:spPr>
          <a:xfrm>
            <a:off x="464683" y="3654477"/>
            <a:ext cx="369944" cy="368788"/>
          </a:xfrm>
        </p:spPr>
        <p:txBody>
          <a:bodyPr anchor="ctr">
            <a:normAutofit/>
          </a:bodyPr>
          <a:lstStyle>
            <a:lvl1pPr marL="0" indent="0" algn="ctr">
              <a:buNone/>
              <a:defRPr sz="800"/>
            </a:lvl1pPr>
          </a:lstStyle>
          <a:p>
            <a:r>
              <a:rPr lang="en-US" noProof="0"/>
              <a:t>Click icon to add picture</a:t>
            </a:r>
          </a:p>
        </p:txBody>
      </p:sp>
      <p:sp>
        <p:nvSpPr>
          <p:cNvPr id="61" name="Rectangle: Rounded Corners 16">
            <a:extLst>
              <a:ext uri="{FF2B5EF4-FFF2-40B4-BE49-F238E27FC236}">
                <a16:creationId xmlns:a16="http://schemas.microsoft.com/office/drawing/2014/main" id="{1A5F3004-02A9-1E43-A3E5-8ABCD5ED1A1C}"/>
              </a:ext>
            </a:extLst>
          </p:cNvPr>
          <p:cNvSpPr/>
          <p:nvPr userDrawn="1"/>
        </p:nvSpPr>
        <p:spPr>
          <a:xfrm>
            <a:off x="392623" y="4846728"/>
            <a:ext cx="506948" cy="506948"/>
          </a:xfrm>
          <a:prstGeom prst="roundRect">
            <a:avLst/>
          </a:prstGeom>
          <a:noFill/>
          <a:ln w="190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62" name="Picture Placeholder 5">
            <a:extLst>
              <a:ext uri="{FF2B5EF4-FFF2-40B4-BE49-F238E27FC236}">
                <a16:creationId xmlns:a16="http://schemas.microsoft.com/office/drawing/2014/main" id="{1A844DD7-EE1E-F04F-91C7-38039BFF2046}"/>
              </a:ext>
            </a:extLst>
          </p:cNvPr>
          <p:cNvSpPr>
            <a:spLocks noGrp="1"/>
          </p:cNvSpPr>
          <p:nvPr>
            <p:ph type="pic" sz="quarter" idx="15"/>
          </p:nvPr>
        </p:nvSpPr>
        <p:spPr>
          <a:xfrm>
            <a:off x="464683" y="4919073"/>
            <a:ext cx="369944" cy="368788"/>
          </a:xfrm>
        </p:spPr>
        <p:txBody>
          <a:bodyPr anchor="ctr">
            <a:normAutofit/>
          </a:bodyPr>
          <a:lstStyle>
            <a:lvl1pPr marL="0" indent="0" algn="ctr">
              <a:buNone/>
              <a:defRPr sz="800"/>
            </a:lvl1pPr>
          </a:lstStyle>
          <a:p>
            <a:r>
              <a:rPr lang="en-US" noProof="0"/>
              <a:t>Click icon to add picture</a:t>
            </a:r>
          </a:p>
        </p:txBody>
      </p:sp>
      <p:sp>
        <p:nvSpPr>
          <p:cNvPr id="98" name="Rectangle: Rounded Corners 16">
            <a:extLst>
              <a:ext uri="{FF2B5EF4-FFF2-40B4-BE49-F238E27FC236}">
                <a16:creationId xmlns:a16="http://schemas.microsoft.com/office/drawing/2014/main" id="{491E125D-06D1-A343-A3C9-CBC63A66CDC0}"/>
              </a:ext>
            </a:extLst>
          </p:cNvPr>
          <p:cNvSpPr/>
          <p:nvPr userDrawn="1"/>
        </p:nvSpPr>
        <p:spPr>
          <a:xfrm>
            <a:off x="6472581" y="2356447"/>
            <a:ext cx="506948" cy="506948"/>
          </a:xfrm>
          <a:prstGeom prst="roundRect">
            <a:avLst/>
          </a:prstGeom>
          <a:noFill/>
          <a:ln w="190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99" name="Picture Placeholder 5">
            <a:extLst>
              <a:ext uri="{FF2B5EF4-FFF2-40B4-BE49-F238E27FC236}">
                <a16:creationId xmlns:a16="http://schemas.microsoft.com/office/drawing/2014/main" id="{26670858-0422-9546-B0BD-9B2D594140BA}"/>
              </a:ext>
            </a:extLst>
          </p:cNvPr>
          <p:cNvSpPr>
            <a:spLocks noGrp="1"/>
          </p:cNvSpPr>
          <p:nvPr>
            <p:ph type="pic" sz="quarter" idx="21"/>
          </p:nvPr>
        </p:nvSpPr>
        <p:spPr>
          <a:xfrm>
            <a:off x="6544641" y="2428792"/>
            <a:ext cx="369944" cy="368788"/>
          </a:xfrm>
        </p:spPr>
        <p:txBody>
          <a:bodyPr anchor="ctr">
            <a:normAutofit/>
          </a:bodyPr>
          <a:lstStyle>
            <a:lvl1pPr marL="0" indent="0" algn="ctr">
              <a:buNone/>
              <a:defRPr sz="800"/>
            </a:lvl1pPr>
          </a:lstStyle>
          <a:p>
            <a:r>
              <a:rPr lang="en-US" noProof="0"/>
              <a:t>Click icon to add picture</a:t>
            </a:r>
          </a:p>
        </p:txBody>
      </p:sp>
      <p:sp>
        <p:nvSpPr>
          <p:cNvPr id="100" name="Rectangle: Rounded Corners 16">
            <a:extLst>
              <a:ext uri="{FF2B5EF4-FFF2-40B4-BE49-F238E27FC236}">
                <a16:creationId xmlns:a16="http://schemas.microsoft.com/office/drawing/2014/main" id="{9DDF7684-5C6D-B344-A059-87C2BDD8657A}"/>
              </a:ext>
            </a:extLst>
          </p:cNvPr>
          <p:cNvSpPr/>
          <p:nvPr userDrawn="1"/>
        </p:nvSpPr>
        <p:spPr>
          <a:xfrm>
            <a:off x="6472581" y="3582132"/>
            <a:ext cx="506948" cy="506948"/>
          </a:xfrm>
          <a:prstGeom prst="roundRect">
            <a:avLst/>
          </a:prstGeom>
          <a:noFill/>
          <a:ln w="190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01" name="Picture Placeholder 5">
            <a:extLst>
              <a:ext uri="{FF2B5EF4-FFF2-40B4-BE49-F238E27FC236}">
                <a16:creationId xmlns:a16="http://schemas.microsoft.com/office/drawing/2014/main" id="{72578CBB-F47F-C740-982B-BA1719663CCD}"/>
              </a:ext>
            </a:extLst>
          </p:cNvPr>
          <p:cNvSpPr>
            <a:spLocks noGrp="1"/>
          </p:cNvSpPr>
          <p:nvPr>
            <p:ph type="pic" sz="quarter" idx="22"/>
          </p:nvPr>
        </p:nvSpPr>
        <p:spPr>
          <a:xfrm>
            <a:off x="6544641" y="3654477"/>
            <a:ext cx="369944" cy="368788"/>
          </a:xfrm>
        </p:spPr>
        <p:txBody>
          <a:bodyPr anchor="ctr">
            <a:normAutofit/>
          </a:bodyPr>
          <a:lstStyle>
            <a:lvl1pPr marL="0" indent="0" algn="ctr">
              <a:buNone/>
              <a:defRPr sz="800"/>
            </a:lvl1pPr>
          </a:lstStyle>
          <a:p>
            <a:r>
              <a:rPr lang="en-US" noProof="0"/>
              <a:t>Click icon to add picture</a:t>
            </a:r>
          </a:p>
        </p:txBody>
      </p:sp>
      <p:sp>
        <p:nvSpPr>
          <p:cNvPr id="102" name="Rectangle: Rounded Corners 16">
            <a:extLst>
              <a:ext uri="{FF2B5EF4-FFF2-40B4-BE49-F238E27FC236}">
                <a16:creationId xmlns:a16="http://schemas.microsoft.com/office/drawing/2014/main" id="{FE14D617-9285-9D4D-84E4-7BBD145B397E}"/>
              </a:ext>
            </a:extLst>
          </p:cNvPr>
          <p:cNvSpPr/>
          <p:nvPr userDrawn="1"/>
        </p:nvSpPr>
        <p:spPr>
          <a:xfrm>
            <a:off x="6472581" y="4846728"/>
            <a:ext cx="506948" cy="506948"/>
          </a:xfrm>
          <a:prstGeom prst="roundRect">
            <a:avLst/>
          </a:prstGeom>
          <a:noFill/>
          <a:ln w="190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03" name="Picture Placeholder 5">
            <a:extLst>
              <a:ext uri="{FF2B5EF4-FFF2-40B4-BE49-F238E27FC236}">
                <a16:creationId xmlns:a16="http://schemas.microsoft.com/office/drawing/2014/main" id="{32A1D8CC-0021-A243-9775-CF930D41B94D}"/>
              </a:ext>
            </a:extLst>
          </p:cNvPr>
          <p:cNvSpPr>
            <a:spLocks noGrp="1"/>
          </p:cNvSpPr>
          <p:nvPr>
            <p:ph type="pic" sz="quarter" idx="23"/>
          </p:nvPr>
        </p:nvSpPr>
        <p:spPr>
          <a:xfrm>
            <a:off x="6544641" y="4919073"/>
            <a:ext cx="369944" cy="368788"/>
          </a:xfrm>
        </p:spPr>
        <p:txBody>
          <a:bodyPr anchor="ctr">
            <a:normAutofit/>
          </a:bodyPr>
          <a:lstStyle>
            <a:lvl1pPr marL="0" indent="0" algn="ctr">
              <a:buNone/>
              <a:defRPr sz="800"/>
            </a:lvl1pPr>
          </a:lstStyle>
          <a:p>
            <a:r>
              <a:rPr lang="en-US" noProof="0"/>
              <a:t>Click icon to add picture</a:t>
            </a:r>
          </a:p>
        </p:txBody>
      </p:sp>
      <p:sp>
        <p:nvSpPr>
          <p:cNvPr id="107" name="Text Placeholder 10">
            <a:extLst>
              <a:ext uri="{FF2B5EF4-FFF2-40B4-BE49-F238E27FC236}">
                <a16:creationId xmlns:a16="http://schemas.microsoft.com/office/drawing/2014/main" id="{8867B6C6-0A29-A04E-BAE5-B9060225E124}"/>
              </a:ext>
            </a:extLst>
          </p:cNvPr>
          <p:cNvSpPr>
            <a:spLocks noGrp="1"/>
          </p:cNvSpPr>
          <p:nvPr>
            <p:ph type="body" sz="quarter" idx="25"/>
          </p:nvPr>
        </p:nvSpPr>
        <p:spPr>
          <a:xfrm>
            <a:off x="1213862" y="2574890"/>
            <a:ext cx="4411704" cy="365077"/>
          </a:xfrm>
        </p:spPr>
        <p:txBody>
          <a:bodyPr lIns="0" rIns="0" anchor="t">
            <a:noAutofit/>
          </a:bodyPr>
          <a:lstStyle>
            <a:lvl1pPr marL="0" indent="0">
              <a:lnSpc>
                <a:spcPct val="100000"/>
              </a:lnSpc>
              <a:buNone/>
              <a:defRPr sz="1400">
                <a:solidFill>
                  <a:schemeClr val="tx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noProof="0"/>
              <a:t>Click to edit Master text styles</a:t>
            </a:r>
          </a:p>
        </p:txBody>
      </p:sp>
      <p:sp>
        <p:nvSpPr>
          <p:cNvPr id="109" name="Text Placeholder 2">
            <a:extLst>
              <a:ext uri="{FF2B5EF4-FFF2-40B4-BE49-F238E27FC236}">
                <a16:creationId xmlns:a16="http://schemas.microsoft.com/office/drawing/2014/main" id="{9DF49D7C-2E08-9348-9C2B-0496EF9612DF}"/>
              </a:ext>
            </a:extLst>
          </p:cNvPr>
          <p:cNvSpPr>
            <a:spLocks noGrp="1"/>
          </p:cNvSpPr>
          <p:nvPr>
            <p:ph type="body" idx="26"/>
          </p:nvPr>
        </p:nvSpPr>
        <p:spPr>
          <a:xfrm>
            <a:off x="1213862" y="2328032"/>
            <a:ext cx="4411705" cy="312380"/>
          </a:xfrm>
        </p:spPr>
        <p:txBody>
          <a:bodyPr lIns="0" anchor="b">
            <a:noAutofit/>
          </a:bodyPr>
          <a:lstStyle>
            <a:lvl1pPr marL="0" indent="0">
              <a:buNone/>
              <a:defRPr sz="1800" b="1" cap="all" baseline="0">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10" name="Text Placeholder 10">
            <a:extLst>
              <a:ext uri="{FF2B5EF4-FFF2-40B4-BE49-F238E27FC236}">
                <a16:creationId xmlns:a16="http://schemas.microsoft.com/office/drawing/2014/main" id="{2733402A-D14F-6D48-A59D-329C3824DD2E}"/>
              </a:ext>
            </a:extLst>
          </p:cNvPr>
          <p:cNvSpPr>
            <a:spLocks noGrp="1"/>
          </p:cNvSpPr>
          <p:nvPr>
            <p:ph type="body" sz="quarter" idx="27"/>
          </p:nvPr>
        </p:nvSpPr>
        <p:spPr>
          <a:xfrm>
            <a:off x="1213862" y="3807945"/>
            <a:ext cx="4411704" cy="365077"/>
          </a:xfrm>
        </p:spPr>
        <p:txBody>
          <a:bodyPr lIns="0" rIns="0" anchor="t">
            <a:noAutofit/>
          </a:bodyPr>
          <a:lstStyle>
            <a:lvl1pPr marL="0" indent="0">
              <a:lnSpc>
                <a:spcPct val="100000"/>
              </a:lnSpc>
              <a:buNone/>
              <a:defRPr sz="1400">
                <a:solidFill>
                  <a:schemeClr val="tx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noProof="0"/>
              <a:t>Click to edit Master text styles</a:t>
            </a:r>
          </a:p>
        </p:txBody>
      </p:sp>
      <p:sp>
        <p:nvSpPr>
          <p:cNvPr id="111" name="Text Placeholder 2">
            <a:extLst>
              <a:ext uri="{FF2B5EF4-FFF2-40B4-BE49-F238E27FC236}">
                <a16:creationId xmlns:a16="http://schemas.microsoft.com/office/drawing/2014/main" id="{3886AD51-641D-6B44-B558-2B15E88D1BC5}"/>
              </a:ext>
            </a:extLst>
          </p:cNvPr>
          <p:cNvSpPr>
            <a:spLocks noGrp="1"/>
          </p:cNvSpPr>
          <p:nvPr>
            <p:ph type="body" idx="28"/>
          </p:nvPr>
        </p:nvSpPr>
        <p:spPr>
          <a:xfrm>
            <a:off x="1213862" y="3561087"/>
            <a:ext cx="4411705" cy="312380"/>
          </a:xfrm>
        </p:spPr>
        <p:txBody>
          <a:bodyPr lIns="0" anchor="b">
            <a:noAutofit/>
          </a:bodyPr>
          <a:lstStyle>
            <a:lvl1pPr marL="0" indent="0">
              <a:buNone/>
              <a:defRPr sz="1800" b="1" cap="all" baseline="0">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12" name="Text Placeholder 10">
            <a:extLst>
              <a:ext uri="{FF2B5EF4-FFF2-40B4-BE49-F238E27FC236}">
                <a16:creationId xmlns:a16="http://schemas.microsoft.com/office/drawing/2014/main" id="{C00297CA-1F0B-4C44-852F-CF6FEA9F9481}"/>
              </a:ext>
            </a:extLst>
          </p:cNvPr>
          <p:cNvSpPr>
            <a:spLocks noGrp="1"/>
          </p:cNvSpPr>
          <p:nvPr>
            <p:ph type="body" sz="quarter" idx="29"/>
          </p:nvPr>
        </p:nvSpPr>
        <p:spPr>
          <a:xfrm>
            <a:off x="1213862" y="5068709"/>
            <a:ext cx="4411704" cy="365077"/>
          </a:xfrm>
        </p:spPr>
        <p:txBody>
          <a:bodyPr lIns="0" rIns="0" anchor="t">
            <a:noAutofit/>
          </a:bodyPr>
          <a:lstStyle>
            <a:lvl1pPr marL="0" indent="0">
              <a:lnSpc>
                <a:spcPct val="100000"/>
              </a:lnSpc>
              <a:buNone/>
              <a:defRPr sz="1400">
                <a:solidFill>
                  <a:schemeClr val="tx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noProof="0"/>
              <a:t>Click to edit Master text styles</a:t>
            </a:r>
          </a:p>
        </p:txBody>
      </p:sp>
      <p:sp>
        <p:nvSpPr>
          <p:cNvPr id="113" name="Text Placeholder 2">
            <a:extLst>
              <a:ext uri="{FF2B5EF4-FFF2-40B4-BE49-F238E27FC236}">
                <a16:creationId xmlns:a16="http://schemas.microsoft.com/office/drawing/2014/main" id="{3F704107-F38D-E044-8226-ACDDEDEDC605}"/>
              </a:ext>
            </a:extLst>
          </p:cNvPr>
          <p:cNvSpPr>
            <a:spLocks noGrp="1"/>
          </p:cNvSpPr>
          <p:nvPr>
            <p:ph type="body" idx="30"/>
          </p:nvPr>
        </p:nvSpPr>
        <p:spPr>
          <a:xfrm>
            <a:off x="1213862" y="4821851"/>
            <a:ext cx="4411705" cy="312380"/>
          </a:xfrm>
        </p:spPr>
        <p:txBody>
          <a:bodyPr lIns="0" anchor="b">
            <a:noAutofit/>
          </a:bodyPr>
          <a:lstStyle>
            <a:lvl1pPr marL="0" indent="0">
              <a:buNone/>
              <a:defRPr sz="1800" b="1" cap="all" baseline="0">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24" name="Text Placeholder 10">
            <a:extLst>
              <a:ext uri="{FF2B5EF4-FFF2-40B4-BE49-F238E27FC236}">
                <a16:creationId xmlns:a16="http://schemas.microsoft.com/office/drawing/2014/main" id="{7A332327-16D9-9B48-8EAC-A4F377D5904D}"/>
              </a:ext>
            </a:extLst>
          </p:cNvPr>
          <p:cNvSpPr>
            <a:spLocks noGrp="1"/>
          </p:cNvSpPr>
          <p:nvPr>
            <p:ph type="body" sz="quarter" idx="33"/>
          </p:nvPr>
        </p:nvSpPr>
        <p:spPr>
          <a:xfrm>
            <a:off x="7358765" y="2574890"/>
            <a:ext cx="4411704" cy="365077"/>
          </a:xfrm>
        </p:spPr>
        <p:txBody>
          <a:bodyPr lIns="0" rIns="0" anchor="t">
            <a:noAutofit/>
          </a:bodyPr>
          <a:lstStyle>
            <a:lvl1pPr marL="0" indent="0">
              <a:lnSpc>
                <a:spcPct val="100000"/>
              </a:lnSpc>
              <a:buNone/>
              <a:defRPr sz="1400">
                <a:solidFill>
                  <a:schemeClr val="tx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a:t>Click to edit Master text styles</a:t>
            </a:r>
          </a:p>
        </p:txBody>
      </p:sp>
      <p:sp>
        <p:nvSpPr>
          <p:cNvPr id="125" name="Text Placeholder 2">
            <a:extLst>
              <a:ext uri="{FF2B5EF4-FFF2-40B4-BE49-F238E27FC236}">
                <a16:creationId xmlns:a16="http://schemas.microsoft.com/office/drawing/2014/main" id="{8EB0263B-D418-C14A-A00B-092B5EB5C515}"/>
              </a:ext>
            </a:extLst>
          </p:cNvPr>
          <p:cNvSpPr>
            <a:spLocks noGrp="1"/>
          </p:cNvSpPr>
          <p:nvPr>
            <p:ph type="body" idx="34"/>
          </p:nvPr>
        </p:nvSpPr>
        <p:spPr>
          <a:xfrm>
            <a:off x="7358764" y="2328032"/>
            <a:ext cx="4411705" cy="312380"/>
          </a:xfrm>
        </p:spPr>
        <p:txBody>
          <a:bodyPr lIns="0" anchor="b">
            <a:noAutofit/>
          </a:bodyPr>
          <a:lstStyle>
            <a:lvl1pPr marL="0" indent="0">
              <a:buNone/>
              <a:defRPr sz="1800" b="1" cap="all" baseline="0">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6" name="Text Placeholder 10">
            <a:extLst>
              <a:ext uri="{FF2B5EF4-FFF2-40B4-BE49-F238E27FC236}">
                <a16:creationId xmlns:a16="http://schemas.microsoft.com/office/drawing/2014/main" id="{53CC49A6-2AB5-664B-9A6C-56D70E1382D7}"/>
              </a:ext>
            </a:extLst>
          </p:cNvPr>
          <p:cNvSpPr>
            <a:spLocks noGrp="1"/>
          </p:cNvSpPr>
          <p:nvPr>
            <p:ph type="body" sz="quarter" idx="35"/>
          </p:nvPr>
        </p:nvSpPr>
        <p:spPr>
          <a:xfrm>
            <a:off x="7358765" y="3807945"/>
            <a:ext cx="4411704" cy="365077"/>
          </a:xfrm>
        </p:spPr>
        <p:txBody>
          <a:bodyPr lIns="0" rIns="0" anchor="t">
            <a:noAutofit/>
          </a:bodyPr>
          <a:lstStyle>
            <a:lvl1pPr marL="0" indent="0">
              <a:lnSpc>
                <a:spcPct val="100000"/>
              </a:lnSpc>
              <a:buNone/>
              <a:defRPr sz="1400">
                <a:solidFill>
                  <a:schemeClr val="tx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a:t>Click to edit Master text styles</a:t>
            </a:r>
          </a:p>
        </p:txBody>
      </p:sp>
      <p:sp>
        <p:nvSpPr>
          <p:cNvPr id="127" name="Text Placeholder 2">
            <a:extLst>
              <a:ext uri="{FF2B5EF4-FFF2-40B4-BE49-F238E27FC236}">
                <a16:creationId xmlns:a16="http://schemas.microsoft.com/office/drawing/2014/main" id="{718CCABC-AF06-5241-8D13-EB2F4637D435}"/>
              </a:ext>
            </a:extLst>
          </p:cNvPr>
          <p:cNvSpPr>
            <a:spLocks noGrp="1"/>
          </p:cNvSpPr>
          <p:nvPr>
            <p:ph type="body" idx="36"/>
          </p:nvPr>
        </p:nvSpPr>
        <p:spPr>
          <a:xfrm>
            <a:off x="7358764" y="3561087"/>
            <a:ext cx="4411705" cy="312380"/>
          </a:xfrm>
        </p:spPr>
        <p:txBody>
          <a:bodyPr lIns="0" anchor="b">
            <a:noAutofit/>
          </a:bodyPr>
          <a:lstStyle>
            <a:lvl1pPr marL="0" indent="0">
              <a:buNone/>
              <a:defRPr sz="1800" b="1" cap="all" baseline="0">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8" name="Text Placeholder 10">
            <a:extLst>
              <a:ext uri="{FF2B5EF4-FFF2-40B4-BE49-F238E27FC236}">
                <a16:creationId xmlns:a16="http://schemas.microsoft.com/office/drawing/2014/main" id="{5119242C-1FE8-C140-9349-8172F954E3CB}"/>
              </a:ext>
            </a:extLst>
          </p:cNvPr>
          <p:cNvSpPr>
            <a:spLocks noGrp="1"/>
          </p:cNvSpPr>
          <p:nvPr>
            <p:ph type="body" sz="quarter" idx="37"/>
          </p:nvPr>
        </p:nvSpPr>
        <p:spPr>
          <a:xfrm>
            <a:off x="7358765" y="5068709"/>
            <a:ext cx="4411704" cy="365077"/>
          </a:xfrm>
        </p:spPr>
        <p:txBody>
          <a:bodyPr lIns="0" rIns="0" anchor="t">
            <a:noAutofit/>
          </a:bodyPr>
          <a:lstStyle>
            <a:lvl1pPr marL="0" indent="0">
              <a:lnSpc>
                <a:spcPct val="100000"/>
              </a:lnSpc>
              <a:buNone/>
              <a:defRPr sz="1400">
                <a:solidFill>
                  <a:schemeClr val="tx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a:t>Click to edit Master text styles</a:t>
            </a:r>
          </a:p>
        </p:txBody>
      </p:sp>
      <p:sp>
        <p:nvSpPr>
          <p:cNvPr id="129" name="Text Placeholder 2">
            <a:extLst>
              <a:ext uri="{FF2B5EF4-FFF2-40B4-BE49-F238E27FC236}">
                <a16:creationId xmlns:a16="http://schemas.microsoft.com/office/drawing/2014/main" id="{23F2AE0B-3E70-BB47-8FBC-FE66A5A297BD}"/>
              </a:ext>
            </a:extLst>
          </p:cNvPr>
          <p:cNvSpPr>
            <a:spLocks noGrp="1"/>
          </p:cNvSpPr>
          <p:nvPr>
            <p:ph type="body" idx="38"/>
          </p:nvPr>
        </p:nvSpPr>
        <p:spPr>
          <a:xfrm>
            <a:off x="7358764" y="4821851"/>
            <a:ext cx="4411705" cy="312380"/>
          </a:xfrm>
        </p:spPr>
        <p:txBody>
          <a:bodyPr lIns="0" anchor="b">
            <a:noAutofit/>
          </a:bodyPr>
          <a:lstStyle>
            <a:lvl1pPr marL="0" indent="0">
              <a:buNone/>
              <a:defRPr sz="1800" b="1" cap="all" baseline="0">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284402679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Overview_4">
    <p:spTree>
      <p:nvGrpSpPr>
        <p:cNvPr id="1" name=""/>
        <p:cNvGrpSpPr/>
        <p:nvPr/>
      </p:nvGrpSpPr>
      <p:grpSpPr>
        <a:xfrm>
          <a:off x="0" y="0"/>
          <a:ext cx="0" cy="0"/>
          <a:chOff x="0" y="0"/>
          <a:chExt cx="0" cy="0"/>
        </a:xfrm>
      </p:grpSpPr>
      <p:sp>
        <p:nvSpPr>
          <p:cNvPr id="40" name="Picture Placeholder 5">
            <a:extLst>
              <a:ext uri="{FF2B5EF4-FFF2-40B4-BE49-F238E27FC236}">
                <a16:creationId xmlns:a16="http://schemas.microsoft.com/office/drawing/2014/main" id="{D2B2CC15-A5D6-7646-B184-255F86FB708E}"/>
              </a:ext>
            </a:extLst>
          </p:cNvPr>
          <p:cNvSpPr>
            <a:spLocks noGrp="1"/>
          </p:cNvSpPr>
          <p:nvPr>
            <p:ph type="pic" sz="quarter" idx="41"/>
          </p:nvPr>
        </p:nvSpPr>
        <p:spPr>
          <a:xfrm>
            <a:off x="0" y="0"/>
            <a:ext cx="12191999"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accent4">
              <a:lumMod val="50000"/>
            </a:schemeClr>
          </a:solidFill>
        </p:spPr>
        <p:txBody>
          <a:bodyPr wrap="square" anchor="ctr">
            <a:noAutofit/>
          </a:bodyPr>
          <a:lstStyle>
            <a:lvl1pPr algn="ctr">
              <a:defRPr sz="1600">
                <a:solidFill>
                  <a:schemeClr val="bg1"/>
                </a:solidFill>
              </a:defRPr>
            </a:lvl1pPr>
          </a:lstStyle>
          <a:p>
            <a:r>
              <a:rPr lang="en-US"/>
              <a:t>Click icon to add picture</a:t>
            </a:r>
            <a:endParaRPr lang="en-US" dirty="0"/>
          </a:p>
        </p:txBody>
      </p:sp>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a:xfrm>
            <a:off x="838200" y="6356350"/>
            <a:ext cx="2743200" cy="365125"/>
          </a:xfrm>
        </p:spPr>
        <p:txBody>
          <a:bodyPr/>
          <a:lstStyle>
            <a:lvl1pPr>
              <a:defRPr>
                <a:solidFill>
                  <a:schemeClr val="bg1"/>
                </a:solidFill>
              </a:defRPr>
            </a:lvl1pPr>
          </a:lstStyle>
          <a:p>
            <a:fld id="{8F9F391E-143D-F948-ADAE-29AEA3C1EBFB}" type="datetimeFigureOut">
              <a:rPr lang="en-US" smtClean="0"/>
              <a:pPr/>
              <a:t>5/5/2026</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lvl1pPr>
              <a:defRPr>
                <a:solidFill>
                  <a:schemeClr val="bg1"/>
                </a:solidFill>
              </a:defRPr>
            </a:lvl1pPr>
          </a:lstStyle>
          <a:p>
            <a:fld id="{31FEFF75-79D2-EE46-877B-299D1510E681}" type="slidenum">
              <a:rPr lang="en-US" smtClean="0"/>
              <a:pPr/>
              <a:t>‹#›</a:t>
            </a:fld>
            <a:endParaRPr lang="en-US" dirty="0"/>
          </a:p>
        </p:txBody>
      </p:sp>
      <p:sp>
        <p:nvSpPr>
          <p:cNvPr id="7" name="Title 1">
            <a:extLst>
              <a:ext uri="{FF2B5EF4-FFF2-40B4-BE49-F238E27FC236}">
                <a16:creationId xmlns:a16="http://schemas.microsoft.com/office/drawing/2014/main" id="{9B04801C-3319-AC43-9484-8377A4F8F253}"/>
              </a:ext>
            </a:extLst>
          </p:cNvPr>
          <p:cNvSpPr>
            <a:spLocks noGrp="1"/>
          </p:cNvSpPr>
          <p:nvPr>
            <p:ph type="ctrTitle" hasCustomPrompt="1"/>
          </p:nvPr>
        </p:nvSpPr>
        <p:spPr>
          <a:xfrm>
            <a:off x="1648661" y="339645"/>
            <a:ext cx="10113030" cy="1002552"/>
          </a:xfrm>
        </p:spPr>
        <p:txBody>
          <a:bodyPr lIns="0" rIns="0" anchor="b">
            <a:noAutofit/>
          </a:bodyPr>
          <a:lstStyle>
            <a:lvl1pPr algn="l">
              <a:defRPr sz="4500" b="0" i="0" cap="all" baseline="0">
                <a:solidFill>
                  <a:schemeClr val="bg1"/>
                </a:solidFill>
                <a:latin typeface="Sagona ExtraLight" panose="02020303050505020204" pitchFamily="18" charset="0"/>
              </a:defRPr>
            </a:lvl1pPr>
          </a:lstStyle>
          <a:p>
            <a:r>
              <a:rPr lang="en-US" dirty="0"/>
              <a:t>TITLE GOE HERE</a:t>
            </a:r>
          </a:p>
        </p:txBody>
      </p:sp>
      <p:cxnSp>
        <p:nvCxnSpPr>
          <p:cNvPr id="13" name="Straight Connector 12">
            <a:extLst>
              <a:ext uri="{FF2B5EF4-FFF2-40B4-BE49-F238E27FC236}">
                <a16:creationId xmlns:a16="http://schemas.microsoft.com/office/drawing/2014/main" id="{B781E455-9E6F-1B48-A537-F86699963276}"/>
              </a:ext>
            </a:extLst>
          </p:cNvPr>
          <p:cNvCxnSpPr>
            <a:cxnSpLocks/>
          </p:cNvCxnSpPr>
          <p:nvPr userDrawn="1"/>
        </p:nvCxnSpPr>
        <p:spPr>
          <a:xfrm>
            <a:off x="392623" y="1342197"/>
            <a:ext cx="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6" name="Picture Placeholder 5">
            <a:extLst>
              <a:ext uri="{FF2B5EF4-FFF2-40B4-BE49-F238E27FC236}">
                <a16:creationId xmlns:a16="http://schemas.microsoft.com/office/drawing/2014/main" id="{7A07194D-FDC6-4941-AE99-5ED1F7F4C585}"/>
              </a:ext>
            </a:extLst>
          </p:cNvPr>
          <p:cNvSpPr>
            <a:spLocks noGrp="1"/>
          </p:cNvSpPr>
          <p:nvPr>
            <p:ph type="pic" sz="quarter" idx="13"/>
          </p:nvPr>
        </p:nvSpPr>
        <p:spPr>
          <a:xfrm>
            <a:off x="1730896" y="2366353"/>
            <a:ext cx="369944" cy="368788"/>
          </a:xfrm>
        </p:spPr>
        <p:txBody>
          <a:bodyPr anchor="ctr">
            <a:normAutofit/>
          </a:bodyPr>
          <a:lstStyle>
            <a:lvl1pPr marL="0" indent="0" algn="ctr">
              <a:buNone/>
              <a:defRPr sz="800">
                <a:solidFill>
                  <a:schemeClr val="bg1"/>
                </a:solidFill>
              </a:defRPr>
            </a:lvl1pPr>
          </a:lstStyle>
          <a:p>
            <a:r>
              <a:rPr lang="en-US"/>
              <a:t>Click icon to add picture</a:t>
            </a:r>
            <a:endParaRPr lang="en-US" dirty="0"/>
          </a:p>
        </p:txBody>
      </p:sp>
      <p:sp>
        <p:nvSpPr>
          <p:cNvPr id="58" name="Picture Placeholder 5">
            <a:extLst>
              <a:ext uri="{FF2B5EF4-FFF2-40B4-BE49-F238E27FC236}">
                <a16:creationId xmlns:a16="http://schemas.microsoft.com/office/drawing/2014/main" id="{B12F4613-2BD8-E54D-A2E0-8707A28A10A4}"/>
              </a:ext>
            </a:extLst>
          </p:cNvPr>
          <p:cNvSpPr>
            <a:spLocks noGrp="1"/>
          </p:cNvSpPr>
          <p:nvPr>
            <p:ph type="pic" sz="quarter" idx="14"/>
          </p:nvPr>
        </p:nvSpPr>
        <p:spPr>
          <a:xfrm>
            <a:off x="1730896" y="3592038"/>
            <a:ext cx="369944" cy="368788"/>
          </a:xfrm>
        </p:spPr>
        <p:txBody>
          <a:bodyPr anchor="ctr">
            <a:normAutofit/>
          </a:bodyPr>
          <a:lstStyle>
            <a:lvl1pPr marL="0" indent="0" algn="ctr">
              <a:buNone/>
              <a:defRPr sz="800">
                <a:solidFill>
                  <a:schemeClr val="bg1"/>
                </a:solidFill>
              </a:defRPr>
            </a:lvl1pPr>
          </a:lstStyle>
          <a:p>
            <a:r>
              <a:rPr lang="en-US"/>
              <a:t>Click icon to add picture</a:t>
            </a:r>
            <a:endParaRPr lang="en-US" dirty="0"/>
          </a:p>
        </p:txBody>
      </p:sp>
      <p:sp>
        <p:nvSpPr>
          <p:cNvPr id="62" name="Picture Placeholder 5">
            <a:extLst>
              <a:ext uri="{FF2B5EF4-FFF2-40B4-BE49-F238E27FC236}">
                <a16:creationId xmlns:a16="http://schemas.microsoft.com/office/drawing/2014/main" id="{1A844DD7-EE1E-F04F-91C7-38039BFF2046}"/>
              </a:ext>
            </a:extLst>
          </p:cNvPr>
          <p:cNvSpPr>
            <a:spLocks noGrp="1"/>
          </p:cNvSpPr>
          <p:nvPr>
            <p:ph type="pic" sz="quarter" idx="15"/>
          </p:nvPr>
        </p:nvSpPr>
        <p:spPr>
          <a:xfrm>
            <a:off x="1730896" y="4856634"/>
            <a:ext cx="369944" cy="368788"/>
          </a:xfrm>
        </p:spPr>
        <p:txBody>
          <a:bodyPr anchor="ctr">
            <a:normAutofit/>
          </a:bodyPr>
          <a:lstStyle>
            <a:lvl1pPr marL="0" indent="0" algn="ctr">
              <a:buNone/>
              <a:defRPr sz="800">
                <a:solidFill>
                  <a:schemeClr val="bg1"/>
                </a:solidFill>
              </a:defRPr>
            </a:lvl1pPr>
          </a:lstStyle>
          <a:p>
            <a:r>
              <a:rPr lang="en-US"/>
              <a:t>Click icon to add picture</a:t>
            </a:r>
            <a:endParaRPr lang="en-US" dirty="0"/>
          </a:p>
        </p:txBody>
      </p:sp>
      <p:sp>
        <p:nvSpPr>
          <p:cNvPr id="99" name="Picture Placeholder 5">
            <a:extLst>
              <a:ext uri="{FF2B5EF4-FFF2-40B4-BE49-F238E27FC236}">
                <a16:creationId xmlns:a16="http://schemas.microsoft.com/office/drawing/2014/main" id="{26670858-0422-9546-B0BD-9B2D594140BA}"/>
              </a:ext>
            </a:extLst>
          </p:cNvPr>
          <p:cNvSpPr>
            <a:spLocks noGrp="1"/>
          </p:cNvSpPr>
          <p:nvPr>
            <p:ph type="pic" sz="quarter" idx="21"/>
          </p:nvPr>
        </p:nvSpPr>
        <p:spPr>
          <a:xfrm>
            <a:off x="6949266" y="2366353"/>
            <a:ext cx="369944" cy="368788"/>
          </a:xfrm>
        </p:spPr>
        <p:txBody>
          <a:bodyPr anchor="ctr">
            <a:normAutofit/>
          </a:bodyPr>
          <a:lstStyle>
            <a:lvl1pPr marL="0" indent="0" algn="ctr">
              <a:buNone/>
              <a:defRPr sz="800">
                <a:solidFill>
                  <a:schemeClr val="bg1"/>
                </a:solidFill>
              </a:defRPr>
            </a:lvl1pPr>
          </a:lstStyle>
          <a:p>
            <a:r>
              <a:rPr lang="en-US"/>
              <a:t>Click icon to add picture</a:t>
            </a:r>
            <a:endParaRPr lang="en-US" dirty="0"/>
          </a:p>
        </p:txBody>
      </p:sp>
      <p:sp>
        <p:nvSpPr>
          <p:cNvPr id="101" name="Picture Placeholder 5">
            <a:extLst>
              <a:ext uri="{FF2B5EF4-FFF2-40B4-BE49-F238E27FC236}">
                <a16:creationId xmlns:a16="http://schemas.microsoft.com/office/drawing/2014/main" id="{72578CBB-F47F-C740-982B-BA1719663CCD}"/>
              </a:ext>
            </a:extLst>
          </p:cNvPr>
          <p:cNvSpPr>
            <a:spLocks noGrp="1"/>
          </p:cNvSpPr>
          <p:nvPr>
            <p:ph type="pic" sz="quarter" idx="22"/>
          </p:nvPr>
        </p:nvSpPr>
        <p:spPr>
          <a:xfrm>
            <a:off x="6949266" y="3592038"/>
            <a:ext cx="369944" cy="368788"/>
          </a:xfrm>
        </p:spPr>
        <p:txBody>
          <a:bodyPr anchor="ctr">
            <a:normAutofit/>
          </a:bodyPr>
          <a:lstStyle>
            <a:lvl1pPr marL="0" indent="0" algn="ctr">
              <a:buNone/>
              <a:defRPr sz="800">
                <a:solidFill>
                  <a:schemeClr val="bg1"/>
                </a:solidFill>
              </a:defRPr>
            </a:lvl1pPr>
          </a:lstStyle>
          <a:p>
            <a:r>
              <a:rPr lang="en-US"/>
              <a:t>Click icon to add picture</a:t>
            </a:r>
            <a:endParaRPr lang="en-US" dirty="0"/>
          </a:p>
        </p:txBody>
      </p:sp>
      <p:sp>
        <p:nvSpPr>
          <p:cNvPr id="103" name="Picture Placeholder 5">
            <a:extLst>
              <a:ext uri="{FF2B5EF4-FFF2-40B4-BE49-F238E27FC236}">
                <a16:creationId xmlns:a16="http://schemas.microsoft.com/office/drawing/2014/main" id="{32A1D8CC-0021-A243-9775-CF930D41B94D}"/>
              </a:ext>
            </a:extLst>
          </p:cNvPr>
          <p:cNvSpPr>
            <a:spLocks noGrp="1"/>
          </p:cNvSpPr>
          <p:nvPr>
            <p:ph type="pic" sz="quarter" idx="23"/>
          </p:nvPr>
        </p:nvSpPr>
        <p:spPr>
          <a:xfrm>
            <a:off x="6949266" y="4856634"/>
            <a:ext cx="369944" cy="368788"/>
          </a:xfrm>
        </p:spPr>
        <p:txBody>
          <a:bodyPr anchor="ctr">
            <a:normAutofit/>
          </a:bodyPr>
          <a:lstStyle>
            <a:lvl1pPr marL="0" indent="0" algn="ctr">
              <a:buNone/>
              <a:defRPr sz="800">
                <a:solidFill>
                  <a:schemeClr val="bg1"/>
                </a:solidFill>
              </a:defRPr>
            </a:lvl1pPr>
          </a:lstStyle>
          <a:p>
            <a:r>
              <a:rPr lang="en-US"/>
              <a:t>Click icon to add picture</a:t>
            </a:r>
            <a:endParaRPr lang="en-US" dirty="0"/>
          </a:p>
        </p:txBody>
      </p:sp>
      <p:sp>
        <p:nvSpPr>
          <p:cNvPr id="107" name="Text Placeholder 10">
            <a:extLst>
              <a:ext uri="{FF2B5EF4-FFF2-40B4-BE49-F238E27FC236}">
                <a16:creationId xmlns:a16="http://schemas.microsoft.com/office/drawing/2014/main" id="{8867B6C6-0A29-A04E-BAE5-B9060225E124}"/>
              </a:ext>
            </a:extLst>
          </p:cNvPr>
          <p:cNvSpPr>
            <a:spLocks noGrp="1"/>
          </p:cNvSpPr>
          <p:nvPr>
            <p:ph type="body" sz="quarter" idx="25"/>
          </p:nvPr>
        </p:nvSpPr>
        <p:spPr>
          <a:xfrm>
            <a:off x="2488785" y="2512451"/>
            <a:ext cx="3995035" cy="426685"/>
          </a:xfrm>
        </p:spPr>
        <p:txBody>
          <a:bodyPr lIns="0" rIns="0" anchor="t">
            <a:noAutofit/>
          </a:bodyPr>
          <a:lstStyle>
            <a:lvl1pPr marL="0" indent="0">
              <a:lnSpc>
                <a:spcPct val="100000"/>
              </a:lnSpc>
              <a:buNone/>
              <a:defRPr sz="1400">
                <a:solidFill>
                  <a:schemeClr val="bg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a:t>Click to edit Master text styles</a:t>
            </a:r>
          </a:p>
        </p:txBody>
      </p:sp>
      <p:sp>
        <p:nvSpPr>
          <p:cNvPr id="109" name="Text Placeholder 2">
            <a:extLst>
              <a:ext uri="{FF2B5EF4-FFF2-40B4-BE49-F238E27FC236}">
                <a16:creationId xmlns:a16="http://schemas.microsoft.com/office/drawing/2014/main" id="{9DF49D7C-2E08-9348-9C2B-0496EF9612DF}"/>
              </a:ext>
            </a:extLst>
          </p:cNvPr>
          <p:cNvSpPr>
            <a:spLocks noGrp="1"/>
          </p:cNvSpPr>
          <p:nvPr>
            <p:ph type="body" idx="26"/>
          </p:nvPr>
        </p:nvSpPr>
        <p:spPr>
          <a:xfrm>
            <a:off x="2488784" y="2265592"/>
            <a:ext cx="3995036" cy="365095"/>
          </a:xfrm>
        </p:spPr>
        <p:txBody>
          <a:bodyPr lIns="0" anchor="b">
            <a:noAutofit/>
          </a:bodyPr>
          <a:lstStyle>
            <a:lvl1pPr marL="0" indent="0">
              <a:buNone/>
              <a:defRPr sz="1800" b="1" cap="all" baseline="0">
                <a:solidFill>
                  <a:schemeClr val="bg1"/>
                </a:solidFill>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0" name="Text Placeholder 10">
            <a:extLst>
              <a:ext uri="{FF2B5EF4-FFF2-40B4-BE49-F238E27FC236}">
                <a16:creationId xmlns:a16="http://schemas.microsoft.com/office/drawing/2014/main" id="{2733402A-D14F-6D48-A59D-329C3824DD2E}"/>
              </a:ext>
            </a:extLst>
          </p:cNvPr>
          <p:cNvSpPr>
            <a:spLocks noGrp="1"/>
          </p:cNvSpPr>
          <p:nvPr>
            <p:ph type="body" sz="quarter" idx="27"/>
          </p:nvPr>
        </p:nvSpPr>
        <p:spPr>
          <a:xfrm>
            <a:off x="2488785" y="3745506"/>
            <a:ext cx="3995035" cy="426685"/>
          </a:xfrm>
        </p:spPr>
        <p:txBody>
          <a:bodyPr lIns="0" rIns="0" anchor="t">
            <a:noAutofit/>
          </a:bodyPr>
          <a:lstStyle>
            <a:lvl1pPr marL="0" indent="0">
              <a:lnSpc>
                <a:spcPct val="100000"/>
              </a:lnSpc>
              <a:buNone/>
              <a:defRPr sz="1400">
                <a:solidFill>
                  <a:schemeClr val="bg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a:t>Click to edit Master text styles</a:t>
            </a:r>
          </a:p>
        </p:txBody>
      </p:sp>
      <p:sp>
        <p:nvSpPr>
          <p:cNvPr id="111" name="Text Placeholder 2">
            <a:extLst>
              <a:ext uri="{FF2B5EF4-FFF2-40B4-BE49-F238E27FC236}">
                <a16:creationId xmlns:a16="http://schemas.microsoft.com/office/drawing/2014/main" id="{3886AD51-641D-6B44-B558-2B15E88D1BC5}"/>
              </a:ext>
            </a:extLst>
          </p:cNvPr>
          <p:cNvSpPr>
            <a:spLocks noGrp="1"/>
          </p:cNvSpPr>
          <p:nvPr>
            <p:ph type="body" idx="28"/>
          </p:nvPr>
        </p:nvSpPr>
        <p:spPr>
          <a:xfrm>
            <a:off x="2488784" y="3498647"/>
            <a:ext cx="3995036" cy="365095"/>
          </a:xfrm>
        </p:spPr>
        <p:txBody>
          <a:bodyPr lIns="0" anchor="b">
            <a:noAutofit/>
          </a:bodyPr>
          <a:lstStyle>
            <a:lvl1pPr marL="0" indent="0">
              <a:buNone/>
              <a:defRPr sz="1800" b="1" cap="all" baseline="0">
                <a:solidFill>
                  <a:schemeClr val="bg1"/>
                </a:solidFill>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2" name="Text Placeholder 10">
            <a:extLst>
              <a:ext uri="{FF2B5EF4-FFF2-40B4-BE49-F238E27FC236}">
                <a16:creationId xmlns:a16="http://schemas.microsoft.com/office/drawing/2014/main" id="{C00297CA-1F0B-4C44-852F-CF6FEA9F9481}"/>
              </a:ext>
            </a:extLst>
          </p:cNvPr>
          <p:cNvSpPr>
            <a:spLocks noGrp="1"/>
          </p:cNvSpPr>
          <p:nvPr>
            <p:ph type="body" sz="quarter" idx="29"/>
          </p:nvPr>
        </p:nvSpPr>
        <p:spPr>
          <a:xfrm>
            <a:off x="2488785" y="5006270"/>
            <a:ext cx="3995035" cy="426685"/>
          </a:xfrm>
        </p:spPr>
        <p:txBody>
          <a:bodyPr lIns="0" rIns="0" anchor="t">
            <a:noAutofit/>
          </a:bodyPr>
          <a:lstStyle>
            <a:lvl1pPr marL="0" indent="0">
              <a:lnSpc>
                <a:spcPct val="100000"/>
              </a:lnSpc>
              <a:buNone/>
              <a:defRPr sz="1400">
                <a:solidFill>
                  <a:schemeClr val="bg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a:t>Click to edit Master text styles</a:t>
            </a:r>
          </a:p>
        </p:txBody>
      </p:sp>
      <p:sp>
        <p:nvSpPr>
          <p:cNvPr id="113" name="Text Placeholder 2">
            <a:extLst>
              <a:ext uri="{FF2B5EF4-FFF2-40B4-BE49-F238E27FC236}">
                <a16:creationId xmlns:a16="http://schemas.microsoft.com/office/drawing/2014/main" id="{3F704107-F38D-E044-8226-ACDDEDEDC605}"/>
              </a:ext>
            </a:extLst>
          </p:cNvPr>
          <p:cNvSpPr>
            <a:spLocks noGrp="1"/>
          </p:cNvSpPr>
          <p:nvPr>
            <p:ph type="body" idx="30"/>
          </p:nvPr>
        </p:nvSpPr>
        <p:spPr>
          <a:xfrm>
            <a:off x="2488784" y="4759411"/>
            <a:ext cx="3995036" cy="365095"/>
          </a:xfrm>
        </p:spPr>
        <p:txBody>
          <a:bodyPr lIns="0" anchor="b">
            <a:noAutofit/>
          </a:bodyPr>
          <a:lstStyle>
            <a:lvl1pPr marL="0" indent="0">
              <a:buNone/>
              <a:defRPr sz="1800" b="1" cap="all" baseline="0">
                <a:solidFill>
                  <a:schemeClr val="bg1"/>
                </a:solidFill>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4" name="Text Placeholder 10">
            <a:extLst>
              <a:ext uri="{FF2B5EF4-FFF2-40B4-BE49-F238E27FC236}">
                <a16:creationId xmlns:a16="http://schemas.microsoft.com/office/drawing/2014/main" id="{7A332327-16D9-9B48-8EAC-A4F377D5904D}"/>
              </a:ext>
            </a:extLst>
          </p:cNvPr>
          <p:cNvSpPr>
            <a:spLocks noGrp="1"/>
          </p:cNvSpPr>
          <p:nvPr>
            <p:ph type="body" sz="quarter" idx="33"/>
          </p:nvPr>
        </p:nvSpPr>
        <p:spPr>
          <a:xfrm>
            <a:off x="7766655" y="2512451"/>
            <a:ext cx="3995035" cy="426685"/>
          </a:xfrm>
        </p:spPr>
        <p:txBody>
          <a:bodyPr lIns="0" rIns="0" anchor="t">
            <a:noAutofit/>
          </a:bodyPr>
          <a:lstStyle>
            <a:lvl1pPr marL="0" indent="0">
              <a:lnSpc>
                <a:spcPct val="100000"/>
              </a:lnSpc>
              <a:buNone/>
              <a:defRPr sz="1400">
                <a:solidFill>
                  <a:schemeClr val="bg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a:t>Click to edit Master text styles</a:t>
            </a:r>
          </a:p>
        </p:txBody>
      </p:sp>
      <p:sp>
        <p:nvSpPr>
          <p:cNvPr id="125" name="Text Placeholder 2">
            <a:extLst>
              <a:ext uri="{FF2B5EF4-FFF2-40B4-BE49-F238E27FC236}">
                <a16:creationId xmlns:a16="http://schemas.microsoft.com/office/drawing/2014/main" id="{8EB0263B-D418-C14A-A00B-092B5EB5C515}"/>
              </a:ext>
            </a:extLst>
          </p:cNvPr>
          <p:cNvSpPr>
            <a:spLocks noGrp="1"/>
          </p:cNvSpPr>
          <p:nvPr>
            <p:ph type="body" idx="34"/>
          </p:nvPr>
        </p:nvSpPr>
        <p:spPr>
          <a:xfrm>
            <a:off x="7766655" y="2265592"/>
            <a:ext cx="3995036" cy="365095"/>
          </a:xfrm>
        </p:spPr>
        <p:txBody>
          <a:bodyPr lIns="0" anchor="b">
            <a:noAutofit/>
          </a:bodyPr>
          <a:lstStyle>
            <a:lvl1pPr marL="0" indent="0">
              <a:buNone/>
              <a:defRPr sz="1800" b="1" cap="all" baseline="0">
                <a:solidFill>
                  <a:schemeClr val="bg1"/>
                </a:solidFill>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6" name="Text Placeholder 10">
            <a:extLst>
              <a:ext uri="{FF2B5EF4-FFF2-40B4-BE49-F238E27FC236}">
                <a16:creationId xmlns:a16="http://schemas.microsoft.com/office/drawing/2014/main" id="{53CC49A6-2AB5-664B-9A6C-56D70E1382D7}"/>
              </a:ext>
            </a:extLst>
          </p:cNvPr>
          <p:cNvSpPr>
            <a:spLocks noGrp="1"/>
          </p:cNvSpPr>
          <p:nvPr>
            <p:ph type="body" sz="quarter" idx="35"/>
          </p:nvPr>
        </p:nvSpPr>
        <p:spPr>
          <a:xfrm>
            <a:off x="7766655" y="3745506"/>
            <a:ext cx="3995035" cy="426685"/>
          </a:xfrm>
        </p:spPr>
        <p:txBody>
          <a:bodyPr lIns="0" rIns="0" anchor="t">
            <a:noAutofit/>
          </a:bodyPr>
          <a:lstStyle>
            <a:lvl1pPr marL="0" indent="0">
              <a:lnSpc>
                <a:spcPct val="100000"/>
              </a:lnSpc>
              <a:buNone/>
              <a:defRPr sz="1400">
                <a:solidFill>
                  <a:schemeClr val="bg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a:t>Click to edit Master text styles</a:t>
            </a:r>
          </a:p>
        </p:txBody>
      </p:sp>
      <p:sp>
        <p:nvSpPr>
          <p:cNvPr id="127" name="Text Placeholder 2">
            <a:extLst>
              <a:ext uri="{FF2B5EF4-FFF2-40B4-BE49-F238E27FC236}">
                <a16:creationId xmlns:a16="http://schemas.microsoft.com/office/drawing/2014/main" id="{718CCABC-AF06-5241-8D13-EB2F4637D435}"/>
              </a:ext>
            </a:extLst>
          </p:cNvPr>
          <p:cNvSpPr>
            <a:spLocks noGrp="1"/>
          </p:cNvSpPr>
          <p:nvPr>
            <p:ph type="body" idx="36"/>
          </p:nvPr>
        </p:nvSpPr>
        <p:spPr>
          <a:xfrm>
            <a:off x="7766655" y="3498647"/>
            <a:ext cx="3995036" cy="365095"/>
          </a:xfrm>
        </p:spPr>
        <p:txBody>
          <a:bodyPr lIns="0" anchor="b">
            <a:noAutofit/>
          </a:bodyPr>
          <a:lstStyle>
            <a:lvl1pPr marL="0" indent="0">
              <a:buNone/>
              <a:defRPr sz="1800" b="1" cap="all" baseline="0">
                <a:solidFill>
                  <a:schemeClr val="bg1"/>
                </a:solidFill>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8" name="Text Placeholder 10">
            <a:extLst>
              <a:ext uri="{FF2B5EF4-FFF2-40B4-BE49-F238E27FC236}">
                <a16:creationId xmlns:a16="http://schemas.microsoft.com/office/drawing/2014/main" id="{5119242C-1FE8-C140-9349-8172F954E3CB}"/>
              </a:ext>
            </a:extLst>
          </p:cNvPr>
          <p:cNvSpPr>
            <a:spLocks noGrp="1"/>
          </p:cNvSpPr>
          <p:nvPr>
            <p:ph type="body" sz="quarter" idx="37"/>
          </p:nvPr>
        </p:nvSpPr>
        <p:spPr>
          <a:xfrm>
            <a:off x="7766655" y="5006270"/>
            <a:ext cx="3995035" cy="426685"/>
          </a:xfrm>
        </p:spPr>
        <p:txBody>
          <a:bodyPr lIns="0" rIns="0" anchor="t">
            <a:noAutofit/>
          </a:bodyPr>
          <a:lstStyle>
            <a:lvl1pPr marL="0" indent="0">
              <a:lnSpc>
                <a:spcPct val="100000"/>
              </a:lnSpc>
              <a:buNone/>
              <a:defRPr sz="1400">
                <a:solidFill>
                  <a:schemeClr val="bg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a:t>Click to edit Master text styles</a:t>
            </a:r>
          </a:p>
        </p:txBody>
      </p:sp>
      <p:sp>
        <p:nvSpPr>
          <p:cNvPr id="129" name="Text Placeholder 2">
            <a:extLst>
              <a:ext uri="{FF2B5EF4-FFF2-40B4-BE49-F238E27FC236}">
                <a16:creationId xmlns:a16="http://schemas.microsoft.com/office/drawing/2014/main" id="{23F2AE0B-3E70-BB47-8FBC-FE66A5A297BD}"/>
              </a:ext>
            </a:extLst>
          </p:cNvPr>
          <p:cNvSpPr>
            <a:spLocks noGrp="1"/>
          </p:cNvSpPr>
          <p:nvPr>
            <p:ph type="body" idx="38"/>
          </p:nvPr>
        </p:nvSpPr>
        <p:spPr>
          <a:xfrm>
            <a:off x="7766655" y="4759411"/>
            <a:ext cx="3995036" cy="365095"/>
          </a:xfrm>
        </p:spPr>
        <p:txBody>
          <a:bodyPr lIns="0" anchor="b">
            <a:noAutofit/>
          </a:bodyPr>
          <a:lstStyle>
            <a:lvl1pPr marL="0" indent="0">
              <a:buNone/>
              <a:defRPr sz="1800" b="1" cap="all" baseline="0">
                <a:solidFill>
                  <a:schemeClr val="bg1"/>
                </a:solidFill>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cxnSp>
        <p:nvCxnSpPr>
          <p:cNvPr id="41" name="Straight Connector 40">
            <a:extLst>
              <a:ext uri="{FF2B5EF4-FFF2-40B4-BE49-F238E27FC236}">
                <a16:creationId xmlns:a16="http://schemas.microsoft.com/office/drawing/2014/main" id="{2D604C81-B013-4641-9B16-5E9ECBD30CBA}"/>
              </a:ext>
            </a:extLst>
          </p:cNvPr>
          <p:cNvCxnSpPr>
            <a:cxnSpLocks/>
          </p:cNvCxnSpPr>
          <p:nvPr userDrawn="1"/>
        </p:nvCxnSpPr>
        <p:spPr>
          <a:xfrm>
            <a:off x="1134319" y="0"/>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116817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Overview_5">
    <p:spTree>
      <p:nvGrpSpPr>
        <p:cNvPr id="1" name=""/>
        <p:cNvGrpSpPr/>
        <p:nvPr/>
      </p:nvGrpSpPr>
      <p:grpSpPr>
        <a:xfrm>
          <a:off x="0" y="0"/>
          <a:ext cx="0" cy="0"/>
          <a:chOff x="0" y="0"/>
          <a:chExt cx="0" cy="0"/>
        </a:xfrm>
      </p:grpSpPr>
      <p:sp>
        <p:nvSpPr>
          <p:cNvPr id="40" name="Picture Placeholder 5">
            <a:extLst>
              <a:ext uri="{FF2B5EF4-FFF2-40B4-BE49-F238E27FC236}">
                <a16:creationId xmlns:a16="http://schemas.microsoft.com/office/drawing/2014/main" id="{C76CA39F-4826-EC4A-B911-A0B38E489269}"/>
              </a:ext>
            </a:extLst>
          </p:cNvPr>
          <p:cNvSpPr>
            <a:spLocks noGrp="1"/>
          </p:cNvSpPr>
          <p:nvPr>
            <p:ph type="pic" sz="quarter" idx="41"/>
          </p:nvPr>
        </p:nvSpPr>
        <p:spPr>
          <a:xfrm>
            <a:off x="0" y="0"/>
            <a:ext cx="12191999"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accent4">
              <a:lumMod val="50000"/>
            </a:schemeClr>
          </a:solidFill>
        </p:spPr>
        <p:txBody>
          <a:bodyPr wrap="square" anchor="ctr">
            <a:noAutofit/>
          </a:bodyPr>
          <a:lstStyle>
            <a:lvl1pPr algn="ctr">
              <a:defRPr sz="1600">
                <a:solidFill>
                  <a:schemeClr val="bg1"/>
                </a:solidFill>
              </a:defRPr>
            </a:lvl1pPr>
          </a:lstStyle>
          <a:p>
            <a:r>
              <a:rPr lang="en-US"/>
              <a:t>Click icon to add picture</a:t>
            </a:r>
            <a:endParaRPr lang="en-US" dirty="0"/>
          </a:p>
        </p:txBody>
      </p:sp>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a:xfrm>
            <a:off x="838200" y="6356350"/>
            <a:ext cx="2743200" cy="365125"/>
          </a:xfrm>
        </p:spPr>
        <p:txBody>
          <a:bodyPr/>
          <a:lstStyle>
            <a:lvl1pPr>
              <a:defRPr>
                <a:solidFill>
                  <a:schemeClr val="bg1"/>
                </a:solidFill>
              </a:defRPr>
            </a:lvl1pPr>
          </a:lstStyle>
          <a:p>
            <a:fld id="{8F9F391E-143D-F948-ADAE-29AEA3C1EBFB}" type="datetimeFigureOut">
              <a:rPr lang="en-US" smtClean="0"/>
              <a:pPr/>
              <a:t>5/5/2026</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a:xfrm>
            <a:off x="4038600" y="6356350"/>
            <a:ext cx="4114800" cy="365125"/>
          </a:xfrm>
        </p:spPr>
        <p:txBody>
          <a:bodyPr/>
          <a:lstStyle>
            <a:lvl1pPr>
              <a:defRPr>
                <a:solidFill>
                  <a:schemeClr val="bg1"/>
                </a:solidFill>
              </a:defRPr>
            </a:lvl1p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a:xfrm>
            <a:off x="8610600" y="6356350"/>
            <a:ext cx="2743200" cy="365125"/>
          </a:xfrm>
        </p:spPr>
        <p:txBody>
          <a:bodyPr/>
          <a:lstStyle>
            <a:lvl1pPr>
              <a:defRPr>
                <a:solidFill>
                  <a:schemeClr val="bg1"/>
                </a:solidFill>
              </a:defRPr>
            </a:lvl1pPr>
          </a:lstStyle>
          <a:p>
            <a:fld id="{31FEFF75-79D2-EE46-877B-299D1510E681}" type="slidenum">
              <a:rPr lang="en-US" smtClean="0"/>
              <a:pPr/>
              <a:t>‹#›</a:t>
            </a:fld>
            <a:endParaRPr lang="en-US" dirty="0"/>
          </a:p>
        </p:txBody>
      </p:sp>
      <p:sp>
        <p:nvSpPr>
          <p:cNvPr id="7" name="Title 1">
            <a:extLst>
              <a:ext uri="{FF2B5EF4-FFF2-40B4-BE49-F238E27FC236}">
                <a16:creationId xmlns:a16="http://schemas.microsoft.com/office/drawing/2014/main" id="{9B04801C-3319-AC43-9484-8377A4F8F253}"/>
              </a:ext>
            </a:extLst>
          </p:cNvPr>
          <p:cNvSpPr>
            <a:spLocks noGrp="1"/>
          </p:cNvSpPr>
          <p:nvPr>
            <p:ph type="ctrTitle" hasCustomPrompt="1"/>
          </p:nvPr>
        </p:nvSpPr>
        <p:spPr>
          <a:xfrm>
            <a:off x="392623" y="339645"/>
            <a:ext cx="11369068" cy="1002552"/>
          </a:xfrm>
        </p:spPr>
        <p:txBody>
          <a:bodyPr lIns="0" rIns="0" anchor="b">
            <a:noAutofit/>
          </a:bodyPr>
          <a:lstStyle>
            <a:lvl1pPr algn="l">
              <a:defRPr sz="4500" b="0" i="0" cap="all" baseline="0">
                <a:solidFill>
                  <a:schemeClr val="bg1"/>
                </a:solidFill>
                <a:latin typeface="Sagona ExtraLight" panose="02020303050505020204" pitchFamily="18" charset="0"/>
              </a:defRPr>
            </a:lvl1pPr>
          </a:lstStyle>
          <a:p>
            <a:r>
              <a:rPr lang="en-US" dirty="0"/>
              <a:t>TITLE GOE HERE</a:t>
            </a:r>
          </a:p>
        </p:txBody>
      </p:sp>
      <p:cxnSp>
        <p:nvCxnSpPr>
          <p:cNvPr id="13" name="Straight Connector 12">
            <a:extLst>
              <a:ext uri="{FF2B5EF4-FFF2-40B4-BE49-F238E27FC236}">
                <a16:creationId xmlns:a16="http://schemas.microsoft.com/office/drawing/2014/main" id="{B781E455-9E6F-1B48-A537-F86699963276}"/>
              </a:ext>
            </a:extLst>
          </p:cNvPr>
          <p:cNvCxnSpPr>
            <a:cxnSpLocks/>
          </p:cNvCxnSpPr>
          <p:nvPr userDrawn="1"/>
        </p:nvCxnSpPr>
        <p:spPr>
          <a:xfrm>
            <a:off x="392623" y="1974810"/>
            <a:ext cx="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CF93E56-30EE-384E-9A8A-090C645582DB}"/>
              </a:ext>
            </a:extLst>
          </p:cNvPr>
          <p:cNvCxnSpPr>
            <a:cxnSpLocks/>
          </p:cNvCxnSpPr>
          <p:nvPr userDrawn="1"/>
        </p:nvCxnSpPr>
        <p:spPr>
          <a:xfrm>
            <a:off x="392623" y="2038081"/>
            <a:ext cx="11369068"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6" name="Picture Placeholder 5">
            <a:extLst>
              <a:ext uri="{FF2B5EF4-FFF2-40B4-BE49-F238E27FC236}">
                <a16:creationId xmlns:a16="http://schemas.microsoft.com/office/drawing/2014/main" id="{7A07194D-FDC6-4941-AE99-5ED1F7F4C585}"/>
              </a:ext>
            </a:extLst>
          </p:cNvPr>
          <p:cNvSpPr>
            <a:spLocks noGrp="1"/>
          </p:cNvSpPr>
          <p:nvPr>
            <p:ph type="pic" sz="quarter" idx="13"/>
          </p:nvPr>
        </p:nvSpPr>
        <p:spPr>
          <a:xfrm>
            <a:off x="464683" y="2215464"/>
            <a:ext cx="369944" cy="368788"/>
          </a:xfrm>
        </p:spPr>
        <p:txBody>
          <a:bodyPr anchor="ctr">
            <a:normAutofit/>
          </a:bodyPr>
          <a:lstStyle>
            <a:lvl1pPr marL="0" indent="0" algn="ctr">
              <a:buNone/>
              <a:defRPr sz="800">
                <a:solidFill>
                  <a:schemeClr val="bg1"/>
                </a:solidFill>
              </a:defRPr>
            </a:lvl1pPr>
          </a:lstStyle>
          <a:p>
            <a:r>
              <a:rPr lang="en-US"/>
              <a:t>Click icon to add picture</a:t>
            </a:r>
            <a:endParaRPr lang="en-US" dirty="0"/>
          </a:p>
        </p:txBody>
      </p:sp>
      <p:sp>
        <p:nvSpPr>
          <p:cNvPr id="58" name="Picture Placeholder 5">
            <a:extLst>
              <a:ext uri="{FF2B5EF4-FFF2-40B4-BE49-F238E27FC236}">
                <a16:creationId xmlns:a16="http://schemas.microsoft.com/office/drawing/2014/main" id="{B12F4613-2BD8-E54D-A2E0-8707A28A10A4}"/>
              </a:ext>
            </a:extLst>
          </p:cNvPr>
          <p:cNvSpPr>
            <a:spLocks noGrp="1"/>
          </p:cNvSpPr>
          <p:nvPr>
            <p:ph type="pic" sz="quarter" idx="14"/>
          </p:nvPr>
        </p:nvSpPr>
        <p:spPr>
          <a:xfrm>
            <a:off x="464683" y="3441149"/>
            <a:ext cx="369944" cy="368788"/>
          </a:xfrm>
        </p:spPr>
        <p:txBody>
          <a:bodyPr anchor="ctr">
            <a:normAutofit/>
          </a:bodyPr>
          <a:lstStyle>
            <a:lvl1pPr marL="0" indent="0" algn="ctr">
              <a:buNone/>
              <a:defRPr sz="800">
                <a:solidFill>
                  <a:schemeClr val="bg1"/>
                </a:solidFill>
              </a:defRPr>
            </a:lvl1pPr>
          </a:lstStyle>
          <a:p>
            <a:r>
              <a:rPr lang="en-US"/>
              <a:t>Click icon to add picture</a:t>
            </a:r>
            <a:endParaRPr lang="en-US" dirty="0"/>
          </a:p>
        </p:txBody>
      </p:sp>
      <p:sp>
        <p:nvSpPr>
          <p:cNvPr id="62" name="Picture Placeholder 5">
            <a:extLst>
              <a:ext uri="{FF2B5EF4-FFF2-40B4-BE49-F238E27FC236}">
                <a16:creationId xmlns:a16="http://schemas.microsoft.com/office/drawing/2014/main" id="{1A844DD7-EE1E-F04F-91C7-38039BFF2046}"/>
              </a:ext>
            </a:extLst>
          </p:cNvPr>
          <p:cNvSpPr>
            <a:spLocks noGrp="1"/>
          </p:cNvSpPr>
          <p:nvPr>
            <p:ph type="pic" sz="quarter" idx="15"/>
          </p:nvPr>
        </p:nvSpPr>
        <p:spPr>
          <a:xfrm>
            <a:off x="464683" y="4705745"/>
            <a:ext cx="369944" cy="368788"/>
          </a:xfrm>
        </p:spPr>
        <p:txBody>
          <a:bodyPr anchor="ctr">
            <a:normAutofit/>
          </a:bodyPr>
          <a:lstStyle>
            <a:lvl1pPr marL="0" indent="0" algn="ctr">
              <a:buNone/>
              <a:defRPr sz="800">
                <a:solidFill>
                  <a:schemeClr val="bg1"/>
                </a:solidFill>
              </a:defRPr>
            </a:lvl1pPr>
          </a:lstStyle>
          <a:p>
            <a:r>
              <a:rPr lang="en-US"/>
              <a:t>Click icon to add picture</a:t>
            </a:r>
            <a:endParaRPr lang="en-US" dirty="0"/>
          </a:p>
        </p:txBody>
      </p:sp>
      <p:sp>
        <p:nvSpPr>
          <p:cNvPr id="99" name="Picture Placeholder 5">
            <a:extLst>
              <a:ext uri="{FF2B5EF4-FFF2-40B4-BE49-F238E27FC236}">
                <a16:creationId xmlns:a16="http://schemas.microsoft.com/office/drawing/2014/main" id="{26670858-0422-9546-B0BD-9B2D594140BA}"/>
              </a:ext>
            </a:extLst>
          </p:cNvPr>
          <p:cNvSpPr>
            <a:spLocks noGrp="1"/>
          </p:cNvSpPr>
          <p:nvPr>
            <p:ph type="pic" sz="quarter" idx="21"/>
          </p:nvPr>
        </p:nvSpPr>
        <p:spPr>
          <a:xfrm>
            <a:off x="6544641" y="2215464"/>
            <a:ext cx="369944" cy="368788"/>
          </a:xfrm>
        </p:spPr>
        <p:txBody>
          <a:bodyPr anchor="ctr">
            <a:normAutofit/>
          </a:bodyPr>
          <a:lstStyle>
            <a:lvl1pPr marL="0" indent="0" algn="ctr">
              <a:buNone/>
              <a:defRPr sz="800">
                <a:solidFill>
                  <a:schemeClr val="bg1"/>
                </a:solidFill>
              </a:defRPr>
            </a:lvl1pPr>
          </a:lstStyle>
          <a:p>
            <a:r>
              <a:rPr lang="en-US"/>
              <a:t>Click icon to add picture</a:t>
            </a:r>
            <a:endParaRPr lang="en-US" dirty="0"/>
          </a:p>
        </p:txBody>
      </p:sp>
      <p:sp>
        <p:nvSpPr>
          <p:cNvPr id="101" name="Picture Placeholder 5">
            <a:extLst>
              <a:ext uri="{FF2B5EF4-FFF2-40B4-BE49-F238E27FC236}">
                <a16:creationId xmlns:a16="http://schemas.microsoft.com/office/drawing/2014/main" id="{72578CBB-F47F-C740-982B-BA1719663CCD}"/>
              </a:ext>
            </a:extLst>
          </p:cNvPr>
          <p:cNvSpPr>
            <a:spLocks noGrp="1"/>
          </p:cNvSpPr>
          <p:nvPr>
            <p:ph type="pic" sz="quarter" idx="22"/>
          </p:nvPr>
        </p:nvSpPr>
        <p:spPr>
          <a:xfrm>
            <a:off x="6544641" y="3441149"/>
            <a:ext cx="369944" cy="368788"/>
          </a:xfrm>
        </p:spPr>
        <p:txBody>
          <a:bodyPr anchor="ctr">
            <a:normAutofit/>
          </a:bodyPr>
          <a:lstStyle>
            <a:lvl1pPr marL="0" indent="0" algn="ctr">
              <a:buNone/>
              <a:defRPr sz="800">
                <a:solidFill>
                  <a:schemeClr val="bg1"/>
                </a:solidFill>
              </a:defRPr>
            </a:lvl1pPr>
          </a:lstStyle>
          <a:p>
            <a:r>
              <a:rPr lang="en-US"/>
              <a:t>Click icon to add picture</a:t>
            </a:r>
            <a:endParaRPr lang="en-US" dirty="0"/>
          </a:p>
        </p:txBody>
      </p:sp>
      <p:sp>
        <p:nvSpPr>
          <p:cNvPr id="103" name="Picture Placeholder 5">
            <a:extLst>
              <a:ext uri="{FF2B5EF4-FFF2-40B4-BE49-F238E27FC236}">
                <a16:creationId xmlns:a16="http://schemas.microsoft.com/office/drawing/2014/main" id="{32A1D8CC-0021-A243-9775-CF930D41B94D}"/>
              </a:ext>
            </a:extLst>
          </p:cNvPr>
          <p:cNvSpPr>
            <a:spLocks noGrp="1"/>
          </p:cNvSpPr>
          <p:nvPr>
            <p:ph type="pic" sz="quarter" idx="23"/>
          </p:nvPr>
        </p:nvSpPr>
        <p:spPr>
          <a:xfrm>
            <a:off x="6544641" y="4705745"/>
            <a:ext cx="369944" cy="368788"/>
          </a:xfrm>
        </p:spPr>
        <p:txBody>
          <a:bodyPr anchor="ctr">
            <a:normAutofit/>
          </a:bodyPr>
          <a:lstStyle>
            <a:lvl1pPr marL="0" indent="0" algn="ctr">
              <a:buNone/>
              <a:defRPr sz="800">
                <a:solidFill>
                  <a:schemeClr val="bg1"/>
                </a:solidFill>
              </a:defRPr>
            </a:lvl1pPr>
          </a:lstStyle>
          <a:p>
            <a:r>
              <a:rPr lang="en-US"/>
              <a:t>Click icon to add picture</a:t>
            </a:r>
            <a:endParaRPr lang="en-US" dirty="0"/>
          </a:p>
        </p:txBody>
      </p:sp>
      <p:sp>
        <p:nvSpPr>
          <p:cNvPr id="107" name="Text Placeholder 10">
            <a:extLst>
              <a:ext uri="{FF2B5EF4-FFF2-40B4-BE49-F238E27FC236}">
                <a16:creationId xmlns:a16="http://schemas.microsoft.com/office/drawing/2014/main" id="{8867B6C6-0A29-A04E-BAE5-B9060225E124}"/>
              </a:ext>
            </a:extLst>
          </p:cNvPr>
          <p:cNvSpPr>
            <a:spLocks noGrp="1"/>
          </p:cNvSpPr>
          <p:nvPr>
            <p:ph type="body" sz="quarter" idx="25"/>
          </p:nvPr>
        </p:nvSpPr>
        <p:spPr>
          <a:xfrm>
            <a:off x="1213862" y="2361562"/>
            <a:ext cx="4411704" cy="365077"/>
          </a:xfrm>
        </p:spPr>
        <p:txBody>
          <a:bodyPr lIns="0" rIns="0" anchor="t">
            <a:noAutofit/>
          </a:bodyPr>
          <a:lstStyle>
            <a:lvl1pPr marL="0" indent="0">
              <a:lnSpc>
                <a:spcPct val="100000"/>
              </a:lnSpc>
              <a:buNone/>
              <a:defRPr sz="1400">
                <a:solidFill>
                  <a:schemeClr val="bg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a:t>Click to edit Master text styles</a:t>
            </a:r>
          </a:p>
        </p:txBody>
      </p:sp>
      <p:sp>
        <p:nvSpPr>
          <p:cNvPr id="109" name="Text Placeholder 2">
            <a:extLst>
              <a:ext uri="{FF2B5EF4-FFF2-40B4-BE49-F238E27FC236}">
                <a16:creationId xmlns:a16="http://schemas.microsoft.com/office/drawing/2014/main" id="{9DF49D7C-2E08-9348-9C2B-0496EF9612DF}"/>
              </a:ext>
            </a:extLst>
          </p:cNvPr>
          <p:cNvSpPr>
            <a:spLocks noGrp="1"/>
          </p:cNvSpPr>
          <p:nvPr>
            <p:ph type="body" idx="26"/>
          </p:nvPr>
        </p:nvSpPr>
        <p:spPr>
          <a:xfrm>
            <a:off x="1213862" y="2114704"/>
            <a:ext cx="4411705" cy="312380"/>
          </a:xfrm>
        </p:spPr>
        <p:txBody>
          <a:bodyPr lIns="0" anchor="b">
            <a:noAutofit/>
          </a:bodyPr>
          <a:lstStyle>
            <a:lvl1pPr marL="0" indent="0">
              <a:buNone/>
              <a:defRPr sz="1800" b="1" cap="all" baseline="0">
                <a:solidFill>
                  <a:schemeClr val="bg1"/>
                </a:solidFill>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0" name="Text Placeholder 10">
            <a:extLst>
              <a:ext uri="{FF2B5EF4-FFF2-40B4-BE49-F238E27FC236}">
                <a16:creationId xmlns:a16="http://schemas.microsoft.com/office/drawing/2014/main" id="{2733402A-D14F-6D48-A59D-329C3824DD2E}"/>
              </a:ext>
            </a:extLst>
          </p:cNvPr>
          <p:cNvSpPr>
            <a:spLocks noGrp="1"/>
          </p:cNvSpPr>
          <p:nvPr>
            <p:ph type="body" sz="quarter" idx="27"/>
          </p:nvPr>
        </p:nvSpPr>
        <p:spPr>
          <a:xfrm>
            <a:off x="1213862" y="3594617"/>
            <a:ext cx="4411704" cy="365077"/>
          </a:xfrm>
        </p:spPr>
        <p:txBody>
          <a:bodyPr lIns="0" rIns="0" anchor="t">
            <a:noAutofit/>
          </a:bodyPr>
          <a:lstStyle>
            <a:lvl1pPr marL="0" indent="0">
              <a:lnSpc>
                <a:spcPct val="100000"/>
              </a:lnSpc>
              <a:buNone/>
              <a:defRPr sz="1400">
                <a:solidFill>
                  <a:schemeClr val="bg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a:t>Click to edit Master text styles</a:t>
            </a:r>
          </a:p>
        </p:txBody>
      </p:sp>
      <p:sp>
        <p:nvSpPr>
          <p:cNvPr id="111" name="Text Placeholder 2">
            <a:extLst>
              <a:ext uri="{FF2B5EF4-FFF2-40B4-BE49-F238E27FC236}">
                <a16:creationId xmlns:a16="http://schemas.microsoft.com/office/drawing/2014/main" id="{3886AD51-641D-6B44-B558-2B15E88D1BC5}"/>
              </a:ext>
            </a:extLst>
          </p:cNvPr>
          <p:cNvSpPr>
            <a:spLocks noGrp="1"/>
          </p:cNvSpPr>
          <p:nvPr>
            <p:ph type="body" idx="28"/>
          </p:nvPr>
        </p:nvSpPr>
        <p:spPr>
          <a:xfrm>
            <a:off x="1213862" y="3347759"/>
            <a:ext cx="4411705" cy="312380"/>
          </a:xfrm>
        </p:spPr>
        <p:txBody>
          <a:bodyPr lIns="0" anchor="b">
            <a:noAutofit/>
          </a:bodyPr>
          <a:lstStyle>
            <a:lvl1pPr marL="0" indent="0">
              <a:buNone/>
              <a:defRPr sz="1800" b="1" cap="all" baseline="0">
                <a:solidFill>
                  <a:schemeClr val="bg1"/>
                </a:solidFill>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2" name="Text Placeholder 10">
            <a:extLst>
              <a:ext uri="{FF2B5EF4-FFF2-40B4-BE49-F238E27FC236}">
                <a16:creationId xmlns:a16="http://schemas.microsoft.com/office/drawing/2014/main" id="{C00297CA-1F0B-4C44-852F-CF6FEA9F9481}"/>
              </a:ext>
            </a:extLst>
          </p:cNvPr>
          <p:cNvSpPr>
            <a:spLocks noGrp="1"/>
          </p:cNvSpPr>
          <p:nvPr>
            <p:ph type="body" sz="quarter" idx="29"/>
          </p:nvPr>
        </p:nvSpPr>
        <p:spPr>
          <a:xfrm>
            <a:off x="1213862" y="4855381"/>
            <a:ext cx="4411704" cy="365077"/>
          </a:xfrm>
        </p:spPr>
        <p:txBody>
          <a:bodyPr lIns="0" rIns="0" anchor="t">
            <a:noAutofit/>
          </a:bodyPr>
          <a:lstStyle>
            <a:lvl1pPr marL="0" indent="0">
              <a:lnSpc>
                <a:spcPct val="100000"/>
              </a:lnSpc>
              <a:buNone/>
              <a:defRPr sz="1400">
                <a:solidFill>
                  <a:schemeClr val="bg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a:t>Click to edit Master text styles</a:t>
            </a:r>
          </a:p>
        </p:txBody>
      </p:sp>
      <p:sp>
        <p:nvSpPr>
          <p:cNvPr id="113" name="Text Placeholder 2">
            <a:extLst>
              <a:ext uri="{FF2B5EF4-FFF2-40B4-BE49-F238E27FC236}">
                <a16:creationId xmlns:a16="http://schemas.microsoft.com/office/drawing/2014/main" id="{3F704107-F38D-E044-8226-ACDDEDEDC605}"/>
              </a:ext>
            </a:extLst>
          </p:cNvPr>
          <p:cNvSpPr>
            <a:spLocks noGrp="1"/>
          </p:cNvSpPr>
          <p:nvPr>
            <p:ph type="body" idx="30"/>
          </p:nvPr>
        </p:nvSpPr>
        <p:spPr>
          <a:xfrm>
            <a:off x="1213862" y="4608523"/>
            <a:ext cx="4411705" cy="312380"/>
          </a:xfrm>
        </p:spPr>
        <p:txBody>
          <a:bodyPr lIns="0" anchor="b">
            <a:noAutofit/>
          </a:bodyPr>
          <a:lstStyle>
            <a:lvl1pPr marL="0" indent="0">
              <a:buNone/>
              <a:defRPr sz="1800" b="1" cap="all" baseline="0">
                <a:solidFill>
                  <a:schemeClr val="bg1"/>
                </a:solidFill>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4" name="Text Placeholder 10">
            <a:extLst>
              <a:ext uri="{FF2B5EF4-FFF2-40B4-BE49-F238E27FC236}">
                <a16:creationId xmlns:a16="http://schemas.microsoft.com/office/drawing/2014/main" id="{7A332327-16D9-9B48-8EAC-A4F377D5904D}"/>
              </a:ext>
            </a:extLst>
          </p:cNvPr>
          <p:cNvSpPr>
            <a:spLocks noGrp="1"/>
          </p:cNvSpPr>
          <p:nvPr>
            <p:ph type="body" sz="quarter" idx="33"/>
          </p:nvPr>
        </p:nvSpPr>
        <p:spPr>
          <a:xfrm>
            <a:off x="7358765" y="2361562"/>
            <a:ext cx="4411704" cy="365077"/>
          </a:xfrm>
        </p:spPr>
        <p:txBody>
          <a:bodyPr lIns="0" rIns="0" anchor="t">
            <a:noAutofit/>
          </a:bodyPr>
          <a:lstStyle>
            <a:lvl1pPr marL="0" indent="0">
              <a:lnSpc>
                <a:spcPct val="100000"/>
              </a:lnSpc>
              <a:buNone/>
              <a:defRPr sz="1400">
                <a:solidFill>
                  <a:schemeClr val="bg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a:t>Click to edit Master text styles</a:t>
            </a:r>
          </a:p>
        </p:txBody>
      </p:sp>
      <p:sp>
        <p:nvSpPr>
          <p:cNvPr id="125" name="Text Placeholder 2">
            <a:extLst>
              <a:ext uri="{FF2B5EF4-FFF2-40B4-BE49-F238E27FC236}">
                <a16:creationId xmlns:a16="http://schemas.microsoft.com/office/drawing/2014/main" id="{8EB0263B-D418-C14A-A00B-092B5EB5C515}"/>
              </a:ext>
            </a:extLst>
          </p:cNvPr>
          <p:cNvSpPr>
            <a:spLocks noGrp="1"/>
          </p:cNvSpPr>
          <p:nvPr>
            <p:ph type="body" idx="34"/>
          </p:nvPr>
        </p:nvSpPr>
        <p:spPr>
          <a:xfrm>
            <a:off x="7358764" y="2114704"/>
            <a:ext cx="4411705" cy="312380"/>
          </a:xfrm>
        </p:spPr>
        <p:txBody>
          <a:bodyPr lIns="0" anchor="b">
            <a:noAutofit/>
          </a:bodyPr>
          <a:lstStyle>
            <a:lvl1pPr marL="0" indent="0">
              <a:buNone/>
              <a:defRPr sz="1800" b="1" cap="all" baseline="0">
                <a:solidFill>
                  <a:schemeClr val="bg1"/>
                </a:solidFill>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6" name="Text Placeholder 10">
            <a:extLst>
              <a:ext uri="{FF2B5EF4-FFF2-40B4-BE49-F238E27FC236}">
                <a16:creationId xmlns:a16="http://schemas.microsoft.com/office/drawing/2014/main" id="{53CC49A6-2AB5-664B-9A6C-56D70E1382D7}"/>
              </a:ext>
            </a:extLst>
          </p:cNvPr>
          <p:cNvSpPr>
            <a:spLocks noGrp="1"/>
          </p:cNvSpPr>
          <p:nvPr>
            <p:ph type="body" sz="quarter" idx="35"/>
          </p:nvPr>
        </p:nvSpPr>
        <p:spPr>
          <a:xfrm>
            <a:off x="7358765" y="3594617"/>
            <a:ext cx="4411704" cy="365077"/>
          </a:xfrm>
        </p:spPr>
        <p:txBody>
          <a:bodyPr lIns="0" rIns="0" anchor="t">
            <a:noAutofit/>
          </a:bodyPr>
          <a:lstStyle>
            <a:lvl1pPr marL="0" indent="0">
              <a:lnSpc>
                <a:spcPct val="100000"/>
              </a:lnSpc>
              <a:buNone/>
              <a:defRPr sz="1400">
                <a:solidFill>
                  <a:schemeClr val="bg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a:t>Click to edit Master text styles</a:t>
            </a:r>
          </a:p>
        </p:txBody>
      </p:sp>
      <p:sp>
        <p:nvSpPr>
          <p:cNvPr id="127" name="Text Placeholder 2">
            <a:extLst>
              <a:ext uri="{FF2B5EF4-FFF2-40B4-BE49-F238E27FC236}">
                <a16:creationId xmlns:a16="http://schemas.microsoft.com/office/drawing/2014/main" id="{718CCABC-AF06-5241-8D13-EB2F4637D435}"/>
              </a:ext>
            </a:extLst>
          </p:cNvPr>
          <p:cNvSpPr>
            <a:spLocks noGrp="1"/>
          </p:cNvSpPr>
          <p:nvPr>
            <p:ph type="body" idx="36"/>
          </p:nvPr>
        </p:nvSpPr>
        <p:spPr>
          <a:xfrm>
            <a:off x="7358764" y="3347759"/>
            <a:ext cx="4411705" cy="312380"/>
          </a:xfrm>
        </p:spPr>
        <p:txBody>
          <a:bodyPr lIns="0" anchor="b">
            <a:noAutofit/>
          </a:bodyPr>
          <a:lstStyle>
            <a:lvl1pPr marL="0" indent="0">
              <a:buNone/>
              <a:defRPr sz="1800" b="1" cap="all" baseline="0">
                <a:solidFill>
                  <a:schemeClr val="bg1"/>
                </a:solidFill>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8" name="Text Placeholder 10">
            <a:extLst>
              <a:ext uri="{FF2B5EF4-FFF2-40B4-BE49-F238E27FC236}">
                <a16:creationId xmlns:a16="http://schemas.microsoft.com/office/drawing/2014/main" id="{5119242C-1FE8-C140-9349-8172F954E3CB}"/>
              </a:ext>
            </a:extLst>
          </p:cNvPr>
          <p:cNvSpPr>
            <a:spLocks noGrp="1"/>
          </p:cNvSpPr>
          <p:nvPr>
            <p:ph type="body" sz="quarter" idx="37"/>
          </p:nvPr>
        </p:nvSpPr>
        <p:spPr>
          <a:xfrm>
            <a:off x="7358765" y="4855381"/>
            <a:ext cx="4411704" cy="365077"/>
          </a:xfrm>
        </p:spPr>
        <p:txBody>
          <a:bodyPr lIns="0" rIns="0" anchor="t">
            <a:noAutofit/>
          </a:bodyPr>
          <a:lstStyle>
            <a:lvl1pPr marL="0" indent="0">
              <a:lnSpc>
                <a:spcPct val="100000"/>
              </a:lnSpc>
              <a:buNone/>
              <a:defRPr sz="1400">
                <a:solidFill>
                  <a:schemeClr val="bg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a:t>Click to edit Master text styles</a:t>
            </a:r>
          </a:p>
        </p:txBody>
      </p:sp>
      <p:sp>
        <p:nvSpPr>
          <p:cNvPr id="129" name="Text Placeholder 2">
            <a:extLst>
              <a:ext uri="{FF2B5EF4-FFF2-40B4-BE49-F238E27FC236}">
                <a16:creationId xmlns:a16="http://schemas.microsoft.com/office/drawing/2014/main" id="{23F2AE0B-3E70-BB47-8FBC-FE66A5A297BD}"/>
              </a:ext>
            </a:extLst>
          </p:cNvPr>
          <p:cNvSpPr>
            <a:spLocks noGrp="1"/>
          </p:cNvSpPr>
          <p:nvPr>
            <p:ph type="body" idx="38"/>
          </p:nvPr>
        </p:nvSpPr>
        <p:spPr>
          <a:xfrm>
            <a:off x="7358764" y="4608523"/>
            <a:ext cx="4411705" cy="312380"/>
          </a:xfrm>
        </p:spPr>
        <p:txBody>
          <a:bodyPr lIns="0" anchor="b">
            <a:noAutofit/>
          </a:bodyPr>
          <a:lstStyle>
            <a:lvl1pPr marL="0" indent="0">
              <a:buNone/>
              <a:defRPr sz="1800" b="1" cap="all" baseline="0">
                <a:solidFill>
                  <a:schemeClr val="bg1"/>
                </a:solidFill>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cxnSp>
        <p:nvCxnSpPr>
          <p:cNvPr id="79" name="Straight Connector 78">
            <a:extLst>
              <a:ext uri="{FF2B5EF4-FFF2-40B4-BE49-F238E27FC236}">
                <a16:creationId xmlns:a16="http://schemas.microsoft.com/office/drawing/2014/main" id="{6AF7CBB0-F32C-B84C-AEEA-FA0944BBB865}"/>
              </a:ext>
            </a:extLst>
          </p:cNvPr>
          <p:cNvCxnSpPr>
            <a:cxnSpLocks/>
          </p:cNvCxnSpPr>
          <p:nvPr userDrawn="1"/>
        </p:nvCxnSpPr>
        <p:spPr>
          <a:xfrm>
            <a:off x="0" y="5992966"/>
            <a:ext cx="12192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958574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902FA6-24E0-3C4A-8B7A-F529DB1228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1845A71-C369-2A42-A14F-2BD1985F75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870798-FB93-8742-9A92-FA7A241AFA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356824-A55C-4F44-B9CB-109B027241D7}" type="datetimeFigureOut">
              <a:rPr lang="en-US" smtClean="0"/>
              <a:t>5/5/2026</a:t>
            </a:fld>
            <a:endParaRPr lang="en-US" dirty="0"/>
          </a:p>
        </p:txBody>
      </p:sp>
      <p:sp>
        <p:nvSpPr>
          <p:cNvPr id="5" name="Footer Placeholder 4">
            <a:extLst>
              <a:ext uri="{FF2B5EF4-FFF2-40B4-BE49-F238E27FC236}">
                <a16:creationId xmlns:a16="http://schemas.microsoft.com/office/drawing/2014/main" id="{7642A715-D537-DD4B-8BE6-1E573155F1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7FA9E735-B191-784C-98F7-65384DACA4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C6627B-E4D5-2947-8E88-B84039729B99}" type="slidenum">
              <a:rPr lang="en-US" smtClean="0"/>
              <a:t>‹#›</a:t>
            </a:fld>
            <a:endParaRPr lang="en-US" dirty="0"/>
          </a:p>
        </p:txBody>
      </p:sp>
    </p:spTree>
    <p:extLst>
      <p:ext uri="{BB962C8B-B14F-4D97-AF65-F5344CB8AC3E}">
        <p14:creationId xmlns:p14="http://schemas.microsoft.com/office/powerpoint/2010/main" val="2234582933"/>
      </p:ext>
    </p:extLst>
  </p:cSld>
  <p:clrMap bg1="lt1" tx1="dk1" bg2="lt2" tx2="dk2" accent1="accent1" accent2="accent2" accent3="accent3" accent4="accent4" accent5="accent5" accent6="accent6" hlink="hlink" folHlink="folHlink"/>
  <p:sldLayoutIdLst>
    <p:sldLayoutId id="2147483669" r:id="rId1"/>
    <p:sldLayoutId id="2147483673" r:id="rId2"/>
    <p:sldLayoutId id="2147483670" r:id="rId3"/>
    <p:sldLayoutId id="2147483674" r:id="rId4"/>
    <p:sldLayoutId id="2147483661" r:id="rId5"/>
    <p:sldLayoutId id="2147483676" r:id="rId6"/>
    <p:sldLayoutId id="2147483675" r:id="rId7"/>
    <p:sldLayoutId id="2147483677" r:id="rId8"/>
    <p:sldLayoutId id="2147483678" r:id="rId9"/>
    <p:sldLayoutId id="2147483679" r:id="rId10"/>
    <p:sldLayoutId id="2147483681" r:id="rId11"/>
    <p:sldLayoutId id="2147483682" r:id="rId12"/>
    <p:sldLayoutId id="2147483686" r:id="rId13"/>
    <p:sldLayoutId id="2147483663" r:id="rId14"/>
    <p:sldLayoutId id="2147483683" r:id="rId15"/>
    <p:sldLayoutId id="2147483685" r:id="rId16"/>
    <p:sldLayoutId id="2147483684" r:id="rId17"/>
    <p:sldLayoutId id="2147483680" r:id="rId18"/>
    <p:sldLayoutId id="2147483691" r:id="rId19"/>
    <p:sldLayoutId id="2147483692" r:id="rId20"/>
    <p:sldLayoutId id="2147483693" r:id="rId21"/>
    <p:sldLayoutId id="2147483694" r:id="rId22"/>
    <p:sldLayoutId id="2147483688" r:id="rId23"/>
    <p:sldLayoutId id="2147483687" r:id="rId24"/>
    <p:sldLayoutId id="2147483689" r:id="rId25"/>
    <p:sldLayoutId id="2147483690" r:id="rId26"/>
    <p:sldLayoutId id="2147483695" r:id="rId27"/>
    <p:sldLayoutId id="2147483696" r:id="rId28"/>
    <p:sldLayoutId id="2147483697" r:id="rId29"/>
    <p:sldLayoutId id="2147483698" r:id="rId30"/>
    <p:sldLayoutId id="2147483703" r:id="rId31"/>
    <p:sldLayoutId id="2147483704" r:id="rId32"/>
    <p:sldLayoutId id="2147483705" r:id="rId33"/>
    <p:sldLayoutId id="2147483706" r:id="rId34"/>
    <p:sldLayoutId id="2147483700" r:id="rId35"/>
    <p:sldLayoutId id="2147483699" r:id="rId36"/>
    <p:sldLayoutId id="2147483701" r:id="rId37"/>
    <p:sldLayoutId id="2147483702" r:id="rId3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3.png"/><Relationship Id="rId1" Type="http://schemas.openxmlformats.org/officeDocument/2006/relationships/slideLayout" Target="../slideLayouts/slideLayout2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21" descr="Woman on tablet ">
            <a:extLst>
              <a:ext uri="{FF2B5EF4-FFF2-40B4-BE49-F238E27FC236}">
                <a16:creationId xmlns:a16="http://schemas.microsoft.com/office/drawing/2014/main" id="{DB20DB88-CBCC-9A4A-BA0A-4807E1B8E804}"/>
              </a:ext>
            </a:extLst>
          </p:cNvPr>
          <p:cNvPicPr>
            <a:picLocks noGrp="1" noChangeAspect="1"/>
          </p:cNvPicPr>
          <p:nvPr>
            <p:ph type="pic" sz="quarter" idx="10"/>
          </p:nvPr>
        </p:nvPicPr>
        <p:blipFill rotWithShape="1">
          <a:blip r:embed="rId2" cstate="screen">
            <a:duotone>
              <a:prstClr val="black"/>
              <a:schemeClr val="accent3">
                <a:tint val="45000"/>
                <a:satMod val="400000"/>
              </a:schemeClr>
            </a:duotone>
            <a:alphaModFix amt="35000"/>
            <a:extLst>
              <a:ext uri="{28A0092B-C50C-407E-A947-70E740481C1C}">
                <a14:useLocalDpi xmlns:a14="http://schemas.microsoft.com/office/drawing/2010/main"/>
              </a:ext>
            </a:extLst>
          </a:blip>
          <a:srcRect l="4632" r="4632"/>
          <a:stretch/>
        </p:blipFill>
        <p:spPr>
          <a:xfrm>
            <a:off x="1134319" y="0"/>
            <a:ext cx="11057681" cy="6858000"/>
          </a:xfrm>
        </p:spPr>
      </p:pic>
      <p:sp>
        <p:nvSpPr>
          <p:cNvPr id="6" name="Text Placeholder 5">
            <a:extLst>
              <a:ext uri="{FF2B5EF4-FFF2-40B4-BE49-F238E27FC236}">
                <a16:creationId xmlns:a16="http://schemas.microsoft.com/office/drawing/2014/main" id="{348362CB-F41D-164B-BAC7-F91A6E68A2AC}"/>
              </a:ext>
            </a:extLst>
          </p:cNvPr>
          <p:cNvSpPr>
            <a:spLocks noGrp="1"/>
          </p:cNvSpPr>
          <p:nvPr>
            <p:ph type="body" idx="13"/>
          </p:nvPr>
        </p:nvSpPr>
        <p:spPr>
          <a:xfrm>
            <a:off x="1524000" y="5286196"/>
            <a:ext cx="4179375" cy="356462"/>
          </a:xfrm>
        </p:spPr>
        <p:txBody>
          <a:bodyPr/>
          <a:lstStyle/>
          <a:p>
            <a:r>
              <a:rPr lang="en-US" dirty="0"/>
              <a:t>Bryce Place 2301241</a:t>
            </a:r>
            <a:endParaRPr lang="id-ID" dirty="0"/>
          </a:p>
        </p:txBody>
      </p:sp>
      <p:sp>
        <p:nvSpPr>
          <p:cNvPr id="5" name="Title 4">
            <a:extLst>
              <a:ext uri="{FF2B5EF4-FFF2-40B4-BE49-F238E27FC236}">
                <a16:creationId xmlns:a16="http://schemas.microsoft.com/office/drawing/2014/main" id="{99516ACA-375D-1140-8EDA-CE04AAC75809}"/>
              </a:ext>
            </a:extLst>
          </p:cNvPr>
          <p:cNvSpPr>
            <a:spLocks noGrp="1"/>
          </p:cNvSpPr>
          <p:nvPr>
            <p:ph type="ctrTitle"/>
          </p:nvPr>
        </p:nvSpPr>
        <p:spPr>
          <a:xfrm>
            <a:off x="1524000" y="2715790"/>
            <a:ext cx="4502150" cy="2387600"/>
          </a:xfrm>
        </p:spPr>
        <p:txBody>
          <a:bodyPr>
            <a:normAutofit fontScale="90000"/>
          </a:bodyPr>
          <a:lstStyle/>
          <a:p>
            <a:r>
              <a:rPr lang="en-US" dirty="0"/>
              <a:t>Malware Taxonomy Construction</a:t>
            </a:r>
          </a:p>
        </p:txBody>
      </p:sp>
    </p:spTree>
    <p:extLst>
      <p:ext uri="{BB962C8B-B14F-4D97-AF65-F5344CB8AC3E}">
        <p14:creationId xmlns:p14="http://schemas.microsoft.com/office/powerpoint/2010/main" val="42858479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2B178B4-CDED-454C-BED2-2E2B10ADA703}"/>
              </a:ext>
            </a:extLst>
          </p:cNvPr>
          <p:cNvSpPr>
            <a:spLocks noGrp="1"/>
          </p:cNvSpPr>
          <p:nvPr>
            <p:ph type="ctrTitle"/>
          </p:nvPr>
        </p:nvSpPr>
        <p:spPr/>
        <p:txBody>
          <a:bodyPr/>
          <a:lstStyle/>
          <a:p>
            <a:r>
              <a:rPr lang="en-US" dirty="0"/>
              <a:t>introduction</a:t>
            </a:r>
          </a:p>
        </p:txBody>
      </p:sp>
      <p:sp>
        <p:nvSpPr>
          <p:cNvPr id="7" name="Text Placeholder 6">
            <a:extLst>
              <a:ext uri="{FF2B5EF4-FFF2-40B4-BE49-F238E27FC236}">
                <a16:creationId xmlns:a16="http://schemas.microsoft.com/office/drawing/2014/main" id="{54E9E228-B02C-3941-B458-23CB2D67B476}"/>
              </a:ext>
            </a:extLst>
          </p:cNvPr>
          <p:cNvSpPr>
            <a:spLocks noGrp="1"/>
          </p:cNvSpPr>
          <p:nvPr>
            <p:ph type="body" sz="quarter" idx="14"/>
          </p:nvPr>
        </p:nvSpPr>
        <p:spPr/>
        <p:txBody>
          <a:bodyPr/>
          <a:lstStyle/>
          <a:p>
            <a:pPr marL="285750" indent="-285750">
              <a:buFont typeface="Arial" panose="020B0604020202020204" pitchFamily="34" charset="0"/>
              <a:buChar char="•"/>
            </a:pPr>
            <a:r>
              <a:rPr lang="en-US" sz="2400" dirty="0"/>
              <a:t>What is project?</a:t>
            </a:r>
          </a:p>
          <a:p>
            <a:pPr marL="742950" lvl="1" indent="-285750">
              <a:buFont typeface="Arial" panose="020B0604020202020204" pitchFamily="34" charset="0"/>
              <a:buChar char="•"/>
            </a:pPr>
            <a:r>
              <a:rPr lang="en-US" dirty="0"/>
              <a:t>A method of proper data visualization of malicious </a:t>
            </a:r>
            <a:r>
              <a:rPr lang="en-US"/>
              <a:t>software would </a:t>
            </a:r>
            <a:r>
              <a:rPr lang="en-US" dirty="0"/>
              <a:t>assist these efforts greatly in a seamless attempt at communicating malware threats to management positions.</a:t>
            </a:r>
          </a:p>
          <a:p>
            <a:pPr marL="285750" indent="-285750">
              <a:buFont typeface="Arial" panose="020B0604020202020204" pitchFamily="34" charset="0"/>
              <a:buChar char="•"/>
            </a:pPr>
            <a:r>
              <a:rPr lang="en-US" sz="2400" dirty="0"/>
              <a:t>Purpose:</a:t>
            </a:r>
          </a:p>
          <a:p>
            <a:pPr marL="742950" lvl="1" indent="-285750">
              <a:buFont typeface="Arial" panose="020B0604020202020204" pitchFamily="34" charset="0"/>
              <a:buChar char="•"/>
            </a:pPr>
            <a:r>
              <a:rPr lang="en-US" dirty="0"/>
              <a:t>To develop a taxonomical dataset of different malware families and their relations between one another based on characteristics in their infection process.</a:t>
            </a:r>
            <a:endParaRPr lang="en-150" dirty="0"/>
          </a:p>
          <a:p>
            <a:pPr marL="285750" indent="-28575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26252971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03D39-E1B3-3A67-8861-E4C8D15CE6A1}"/>
              </a:ext>
            </a:extLst>
          </p:cNvPr>
          <p:cNvSpPr>
            <a:spLocks noGrp="1"/>
          </p:cNvSpPr>
          <p:nvPr>
            <p:ph type="ctrTitle"/>
          </p:nvPr>
        </p:nvSpPr>
        <p:spPr/>
        <p:txBody>
          <a:bodyPr/>
          <a:lstStyle/>
          <a:p>
            <a:r>
              <a:rPr lang="en-US" dirty="0"/>
              <a:t>Aims</a:t>
            </a:r>
            <a:endParaRPr lang="en-150" dirty="0"/>
          </a:p>
        </p:txBody>
      </p:sp>
      <p:sp>
        <p:nvSpPr>
          <p:cNvPr id="3" name="Text Placeholder 2">
            <a:extLst>
              <a:ext uri="{FF2B5EF4-FFF2-40B4-BE49-F238E27FC236}">
                <a16:creationId xmlns:a16="http://schemas.microsoft.com/office/drawing/2014/main" id="{03A5E012-F3EF-F861-97B0-474445AA4D77}"/>
              </a:ext>
            </a:extLst>
          </p:cNvPr>
          <p:cNvSpPr>
            <a:spLocks noGrp="1"/>
          </p:cNvSpPr>
          <p:nvPr>
            <p:ph type="body" sz="quarter" idx="14"/>
          </p:nvPr>
        </p:nvSpPr>
        <p:spPr/>
        <p:txBody>
          <a:bodyPr/>
          <a:lstStyle/>
          <a:p>
            <a:pPr marL="285750" lvl="0" indent="-285750">
              <a:buFont typeface="Arial" panose="020B0604020202020204" pitchFamily="34" charset="0"/>
              <a:buChar char="•"/>
            </a:pPr>
            <a:r>
              <a:rPr lang="en-US" sz="2400" dirty="0"/>
              <a:t>To examine the many different tendencies that malware use to infect systems at large and reconstruct the commonality that is used to exploit users.  </a:t>
            </a:r>
            <a:endParaRPr lang="en-150" sz="2400" dirty="0"/>
          </a:p>
          <a:p>
            <a:pPr marL="285750" lvl="0" indent="-285750">
              <a:buFont typeface="Arial" panose="020B0604020202020204" pitchFamily="34" charset="0"/>
              <a:buChar char="•"/>
            </a:pPr>
            <a:r>
              <a:rPr lang="en-US" sz="2400" dirty="0"/>
              <a:t>To develop these commonalities into a hierarchal tree grouping different families by their similar traits.</a:t>
            </a:r>
            <a:endParaRPr lang="en-150" sz="2400" dirty="0"/>
          </a:p>
          <a:p>
            <a:pPr marL="285750" lvl="0" indent="-285750">
              <a:buFont typeface="Arial" panose="020B0604020202020204" pitchFamily="34" charset="0"/>
              <a:buChar char="•"/>
            </a:pPr>
            <a:r>
              <a:rPr lang="en-US" sz="2400" dirty="0"/>
              <a:t>To educate persons outside of the field of cyber of the similarities and characteristics of viral infections. </a:t>
            </a:r>
            <a:endParaRPr lang="en-150" sz="2400" dirty="0"/>
          </a:p>
          <a:p>
            <a:pPr marL="285750" indent="-285750">
              <a:buFont typeface="Arial" panose="020B0604020202020204" pitchFamily="34" charset="0"/>
              <a:buChar char="•"/>
            </a:pPr>
            <a:endParaRPr lang="en-150" dirty="0"/>
          </a:p>
        </p:txBody>
      </p:sp>
    </p:spTree>
    <p:extLst>
      <p:ext uri="{BB962C8B-B14F-4D97-AF65-F5344CB8AC3E}">
        <p14:creationId xmlns:p14="http://schemas.microsoft.com/office/powerpoint/2010/main" val="4293270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Placeholder 15" descr="People reviewing floor plans">
            <a:extLst>
              <a:ext uri="{FF2B5EF4-FFF2-40B4-BE49-F238E27FC236}">
                <a16:creationId xmlns:a16="http://schemas.microsoft.com/office/drawing/2014/main" id="{C4C2D77A-C801-9B4E-B6FB-9402525D52F3}"/>
              </a:ext>
              <a:ext uri="{C183D7F6-B498-43B3-948B-1728B52AA6E4}">
                <adec:decorative xmlns:adec="http://schemas.microsoft.com/office/drawing/2017/decorative" val="0"/>
              </a:ext>
            </a:extLst>
          </p:cNvPr>
          <p:cNvPicPr>
            <a:picLocks noGrp="1" noChangeAspect="1"/>
          </p:cNvPicPr>
          <p:nvPr>
            <p:ph type="pic" sz="quarter" idx="10"/>
          </p:nvPr>
        </p:nvPicPr>
        <p:blipFill>
          <a:blip r:embed="rId2" cstate="screen">
            <a:duotone>
              <a:prstClr val="black"/>
              <a:schemeClr val="accent3">
                <a:tint val="45000"/>
                <a:satMod val="400000"/>
              </a:schemeClr>
            </a:duotone>
            <a:alphaModFix amt="20000"/>
            <a:extLst>
              <a:ext uri="{BEBA8EAE-BF5A-486C-A8C5-ECC9F3942E4B}">
                <a14:imgProps xmlns:a14="http://schemas.microsoft.com/office/drawing/2010/main">
                  <a14:imgLayer r:embed="rId3">
                    <a14:imgEffect>
                      <a14:brightnessContrast bright="-40000"/>
                    </a14:imgEffect>
                  </a14:imgLayer>
                </a14:imgProps>
              </a:ext>
              <a:ext uri="{28A0092B-C50C-407E-A947-70E740481C1C}">
                <a14:useLocalDpi xmlns:a14="http://schemas.microsoft.com/office/drawing/2010/main"/>
              </a:ext>
            </a:extLst>
          </a:blip>
          <a:srcRect/>
          <a:stretch>
            <a:fillRect/>
          </a:stretch>
        </p:blipFill>
        <p:spPr/>
      </p:pic>
      <p:sp>
        <p:nvSpPr>
          <p:cNvPr id="5" name="Title 4">
            <a:extLst>
              <a:ext uri="{FF2B5EF4-FFF2-40B4-BE49-F238E27FC236}">
                <a16:creationId xmlns:a16="http://schemas.microsoft.com/office/drawing/2014/main" id="{99516ACA-375D-1140-8EDA-CE04AAC75809}"/>
              </a:ext>
            </a:extLst>
          </p:cNvPr>
          <p:cNvSpPr>
            <a:spLocks noGrp="1"/>
          </p:cNvSpPr>
          <p:nvPr>
            <p:ph type="ctrTitle"/>
          </p:nvPr>
        </p:nvSpPr>
        <p:spPr/>
        <p:txBody>
          <a:bodyPr/>
          <a:lstStyle/>
          <a:p>
            <a:r>
              <a:rPr lang="en-US" dirty="0">
                <a:solidFill>
                  <a:schemeClr val="bg1"/>
                </a:solidFill>
              </a:rPr>
              <a:t>Taxonomy</a:t>
            </a:r>
          </a:p>
        </p:txBody>
      </p:sp>
      <p:sp>
        <p:nvSpPr>
          <p:cNvPr id="3" name="Text Placeholder 2">
            <a:extLst>
              <a:ext uri="{FF2B5EF4-FFF2-40B4-BE49-F238E27FC236}">
                <a16:creationId xmlns:a16="http://schemas.microsoft.com/office/drawing/2014/main" id="{8B2A0CBC-8F8A-36C4-6005-64E47748360E}"/>
              </a:ext>
            </a:extLst>
          </p:cNvPr>
          <p:cNvSpPr>
            <a:spLocks noGrp="1"/>
          </p:cNvSpPr>
          <p:nvPr>
            <p:ph type="body" idx="13"/>
          </p:nvPr>
        </p:nvSpPr>
        <p:spPr/>
        <p:txBody>
          <a:bodyPr/>
          <a:lstStyle/>
          <a:p>
            <a:endParaRPr lang="en-150" dirty="0"/>
          </a:p>
        </p:txBody>
      </p:sp>
    </p:spTree>
    <p:extLst>
      <p:ext uri="{BB962C8B-B14F-4D97-AF65-F5344CB8AC3E}">
        <p14:creationId xmlns:p14="http://schemas.microsoft.com/office/powerpoint/2010/main" val="40678648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Placeholder 7" descr="A group of people putting thier hands in a pile ">
            <a:extLst>
              <a:ext uri="{FF2B5EF4-FFF2-40B4-BE49-F238E27FC236}">
                <a16:creationId xmlns:a16="http://schemas.microsoft.com/office/drawing/2014/main" id="{F052F1AC-BE37-2941-839E-B43E10537AD8}"/>
              </a:ext>
            </a:extLst>
          </p:cNvPr>
          <p:cNvPicPr>
            <a:picLocks noGrp="1" noChangeAspect="1"/>
          </p:cNvPicPr>
          <p:nvPr>
            <p:ph type="pic" sz="quarter" idx="10"/>
          </p:nvPr>
        </p:nvPicPr>
        <p:blipFill>
          <a:blip r:embed="rId2" cstate="screen">
            <a:duotone>
              <a:prstClr val="black"/>
              <a:schemeClr val="accent3">
                <a:tint val="45000"/>
                <a:satMod val="400000"/>
              </a:schemeClr>
            </a:duotone>
            <a:alphaModFix amt="70000"/>
            <a:extLst>
              <a:ext uri="{28A0092B-C50C-407E-A947-70E740481C1C}">
                <a14:useLocalDpi xmlns:a14="http://schemas.microsoft.com/office/drawing/2010/main"/>
              </a:ext>
            </a:extLst>
          </a:blip>
          <a:srcRect/>
          <a:stretch>
            <a:fillRect/>
          </a:stretch>
        </p:blipFill>
        <p:spPr/>
      </p:pic>
      <p:sp>
        <p:nvSpPr>
          <p:cNvPr id="7" name="Text Placeholder 6">
            <a:extLst>
              <a:ext uri="{FF2B5EF4-FFF2-40B4-BE49-F238E27FC236}">
                <a16:creationId xmlns:a16="http://schemas.microsoft.com/office/drawing/2014/main" id="{F671A034-1CDF-8B46-90C5-63321B0C91BE}"/>
              </a:ext>
            </a:extLst>
          </p:cNvPr>
          <p:cNvSpPr>
            <a:spLocks noGrp="1"/>
          </p:cNvSpPr>
          <p:nvPr>
            <p:ph idx="1"/>
          </p:nvPr>
        </p:nvSpPr>
        <p:spPr/>
        <p:txBody>
          <a:bodyPr/>
          <a:lstStyle/>
          <a:p>
            <a:pPr marL="0" indent="0">
              <a:buNone/>
            </a:pPr>
            <a:r>
              <a:rPr lang="en-US" dirty="0"/>
              <a:t>Definition: A taxonomy is a controlled vocabulary with each term having hierarchal and equivalent relationships, as defined by Whittaker.  By the nature of a taxonomy, the research involved will be thorough linked by similarities ensuring that like topics are structured adjacent to one another. </a:t>
            </a:r>
          </a:p>
          <a:p>
            <a:pPr marL="0" indent="0">
              <a:buNone/>
            </a:pPr>
            <a:endParaRPr lang="en-US" dirty="0"/>
          </a:p>
          <a:p>
            <a:pPr marL="0" indent="0">
              <a:buNone/>
            </a:pPr>
            <a:endParaRPr lang="en-US" dirty="0"/>
          </a:p>
        </p:txBody>
      </p:sp>
      <p:sp>
        <p:nvSpPr>
          <p:cNvPr id="21" name="Title 20">
            <a:extLst>
              <a:ext uri="{FF2B5EF4-FFF2-40B4-BE49-F238E27FC236}">
                <a16:creationId xmlns:a16="http://schemas.microsoft.com/office/drawing/2014/main" id="{B3E69B71-5849-7541-ADEA-D19838B3CF0C}"/>
              </a:ext>
            </a:extLst>
          </p:cNvPr>
          <p:cNvSpPr>
            <a:spLocks noGrp="1"/>
          </p:cNvSpPr>
          <p:nvPr>
            <p:ph type="ctrTitle"/>
          </p:nvPr>
        </p:nvSpPr>
        <p:spPr/>
        <p:txBody>
          <a:bodyPr/>
          <a:lstStyle/>
          <a:p>
            <a:r>
              <a:rPr lang="en-US" dirty="0"/>
              <a:t>What is a Taxonomy?</a:t>
            </a:r>
          </a:p>
        </p:txBody>
      </p:sp>
    </p:spTree>
    <p:extLst>
      <p:ext uri="{BB962C8B-B14F-4D97-AF65-F5344CB8AC3E}">
        <p14:creationId xmlns:p14="http://schemas.microsoft.com/office/powerpoint/2010/main" val="2167823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366FE7DA-F862-FC12-33F3-A9299F735033}"/>
              </a:ext>
            </a:extLst>
          </p:cNvPr>
          <p:cNvSpPr>
            <a:spLocks noGrp="1"/>
          </p:cNvSpPr>
          <p:nvPr>
            <p:ph type="pic" sz="quarter" idx="10"/>
          </p:nvPr>
        </p:nvSpPr>
        <p:spPr/>
        <p:txBody>
          <a:bodyPr/>
          <a:lstStyle/>
          <a:p>
            <a:endParaRPr lang="en-150"/>
          </a:p>
        </p:txBody>
      </p:sp>
      <p:sp>
        <p:nvSpPr>
          <p:cNvPr id="3" name="Content Placeholder 2">
            <a:extLst>
              <a:ext uri="{FF2B5EF4-FFF2-40B4-BE49-F238E27FC236}">
                <a16:creationId xmlns:a16="http://schemas.microsoft.com/office/drawing/2014/main" id="{74A7C46E-FBCD-5B55-B2D6-CF8BC4F4709A}"/>
              </a:ext>
            </a:extLst>
          </p:cNvPr>
          <p:cNvSpPr>
            <a:spLocks noGrp="1"/>
          </p:cNvSpPr>
          <p:nvPr>
            <p:ph idx="1"/>
          </p:nvPr>
        </p:nvSpPr>
        <p:spPr/>
        <p:txBody>
          <a:bodyPr/>
          <a:lstStyle/>
          <a:p>
            <a:r>
              <a:rPr lang="en-US" dirty="0"/>
              <a:t>In a field such as cyber security, where new and elaborate malware families are constantly developed off the previous iterations of infections, organizing these virtual bugs into similar categories allows for seamless categorization when new information is presented.</a:t>
            </a:r>
            <a:endParaRPr lang="en-150" dirty="0"/>
          </a:p>
        </p:txBody>
      </p:sp>
      <p:sp>
        <p:nvSpPr>
          <p:cNvPr id="4" name="Title 3">
            <a:extLst>
              <a:ext uri="{FF2B5EF4-FFF2-40B4-BE49-F238E27FC236}">
                <a16:creationId xmlns:a16="http://schemas.microsoft.com/office/drawing/2014/main" id="{EA709B96-79D4-84CA-5F15-6972342BF7A4}"/>
              </a:ext>
            </a:extLst>
          </p:cNvPr>
          <p:cNvSpPr>
            <a:spLocks noGrp="1"/>
          </p:cNvSpPr>
          <p:nvPr>
            <p:ph type="ctrTitle"/>
          </p:nvPr>
        </p:nvSpPr>
        <p:spPr/>
        <p:txBody>
          <a:bodyPr/>
          <a:lstStyle/>
          <a:p>
            <a:r>
              <a:rPr lang="en-US" dirty="0"/>
              <a:t>Cyber Security taxonomy</a:t>
            </a:r>
            <a:endParaRPr lang="en-150" dirty="0"/>
          </a:p>
        </p:txBody>
      </p:sp>
    </p:spTree>
    <p:extLst>
      <p:ext uri="{BB962C8B-B14F-4D97-AF65-F5344CB8AC3E}">
        <p14:creationId xmlns:p14="http://schemas.microsoft.com/office/powerpoint/2010/main" val="10572255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21">
            <a:extLst>
              <a:ext uri="{FF2B5EF4-FFF2-40B4-BE49-F238E27FC236}">
                <a16:creationId xmlns:a16="http://schemas.microsoft.com/office/drawing/2014/main" id="{E93AABDC-C3FD-F345-990B-6E2D88310423}"/>
              </a:ext>
            </a:extLst>
          </p:cNvPr>
          <p:cNvSpPr>
            <a:spLocks noGrp="1"/>
          </p:cNvSpPr>
          <p:nvPr>
            <p:ph type="ctrTitle"/>
          </p:nvPr>
        </p:nvSpPr>
        <p:spPr/>
        <p:txBody>
          <a:bodyPr/>
          <a:lstStyle/>
          <a:p>
            <a:r>
              <a:rPr lang="en-US" dirty="0"/>
              <a:t>How to make a taxonomy</a:t>
            </a:r>
          </a:p>
        </p:txBody>
      </p:sp>
      <p:sp>
        <p:nvSpPr>
          <p:cNvPr id="3" name="Content Placeholder 2">
            <a:extLst>
              <a:ext uri="{FF2B5EF4-FFF2-40B4-BE49-F238E27FC236}">
                <a16:creationId xmlns:a16="http://schemas.microsoft.com/office/drawing/2014/main" id="{65315FCB-0039-EF4F-AFE0-33905D91929E}"/>
              </a:ext>
            </a:extLst>
          </p:cNvPr>
          <p:cNvSpPr>
            <a:spLocks noGrp="1"/>
          </p:cNvSpPr>
          <p:nvPr>
            <p:ph sz="half" idx="1"/>
          </p:nvPr>
        </p:nvSpPr>
        <p:spPr/>
        <p:txBody>
          <a:bodyPr>
            <a:normAutofit/>
          </a:bodyPr>
          <a:lstStyle/>
          <a:p>
            <a:r>
              <a:rPr lang="en-US" dirty="0"/>
              <a:t>Determine Requirements</a:t>
            </a:r>
          </a:p>
          <a:p>
            <a:r>
              <a:rPr lang="en-US" dirty="0"/>
              <a:t>Identify Concepts</a:t>
            </a:r>
          </a:p>
          <a:p>
            <a:r>
              <a:rPr lang="en-US" dirty="0"/>
              <a:t>Develop Draft Taxonomy</a:t>
            </a:r>
          </a:p>
          <a:p>
            <a:r>
              <a:rPr lang="en-US" dirty="0"/>
              <a:t>Review with Users</a:t>
            </a:r>
          </a:p>
          <a:p>
            <a:r>
              <a:rPr lang="en-US" dirty="0"/>
              <a:t>Refine Taxonomy</a:t>
            </a:r>
          </a:p>
          <a:p>
            <a:r>
              <a:rPr lang="en-US" dirty="0"/>
              <a:t>Apply Taxonomy to Context</a:t>
            </a:r>
          </a:p>
          <a:p>
            <a:r>
              <a:rPr lang="en-US" dirty="0"/>
              <a:t>Manage and Maintain Taxonomy</a:t>
            </a:r>
          </a:p>
        </p:txBody>
      </p:sp>
      <p:sp>
        <p:nvSpPr>
          <p:cNvPr id="17" name="Text Placeholder 16">
            <a:extLst>
              <a:ext uri="{FF2B5EF4-FFF2-40B4-BE49-F238E27FC236}">
                <a16:creationId xmlns:a16="http://schemas.microsoft.com/office/drawing/2014/main" id="{F0150DF7-4A8B-444C-8CA1-24A9B9191B80}"/>
              </a:ext>
            </a:extLst>
          </p:cNvPr>
          <p:cNvSpPr>
            <a:spLocks noGrp="1"/>
          </p:cNvSpPr>
          <p:nvPr>
            <p:ph type="body" idx="13"/>
          </p:nvPr>
        </p:nvSpPr>
        <p:spPr/>
        <p:txBody>
          <a:bodyPr/>
          <a:lstStyle/>
          <a:p>
            <a:pPr lvl="0"/>
            <a:r>
              <a:rPr lang="en-US" dirty="0"/>
              <a:t>Whittaker fundamentals</a:t>
            </a:r>
          </a:p>
        </p:txBody>
      </p:sp>
      <p:pic>
        <p:nvPicPr>
          <p:cNvPr id="5" name="Picture 4">
            <a:extLst>
              <a:ext uri="{FF2B5EF4-FFF2-40B4-BE49-F238E27FC236}">
                <a16:creationId xmlns:a16="http://schemas.microsoft.com/office/drawing/2014/main" id="{B8494EE8-6D25-D657-3194-82E40663E09C}"/>
              </a:ext>
            </a:extLst>
          </p:cNvPr>
          <p:cNvPicPr>
            <a:picLocks noChangeAspect="1"/>
          </p:cNvPicPr>
          <p:nvPr/>
        </p:nvPicPr>
        <p:blipFill>
          <a:blip r:embed="rId2"/>
          <a:stretch>
            <a:fillRect/>
          </a:stretch>
        </p:blipFill>
        <p:spPr>
          <a:xfrm>
            <a:off x="5818090" y="2292652"/>
            <a:ext cx="5943600" cy="2501900"/>
          </a:xfrm>
          <a:prstGeom prst="rect">
            <a:avLst/>
          </a:prstGeom>
        </p:spPr>
      </p:pic>
      <p:sp>
        <p:nvSpPr>
          <p:cNvPr id="8" name="TextBox 7">
            <a:extLst>
              <a:ext uri="{FF2B5EF4-FFF2-40B4-BE49-F238E27FC236}">
                <a16:creationId xmlns:a16="http://schemas.microsoft.com/office/drawing/2014/main" id="{79B34C43-FC5B-0ED2-1AF2-E65239427FBB}"/>
              </a:ext>
            </a:extLst>
          </p:cNvPr>
          <p:cNvSpPr txBox="1"/>
          <p:nvPr/>
        </p:nvSpPr>
        <p:spPr>
          <a:xfrm>
            <a:off x="6096000" y="4931759"/>
            <a:ext cx="6093994" cy="646331"/>
          </a:xfrm>
          <a:prstGeom prst="rect">
            <a:avLst/>
          </a:prstGeom>
          <a:noFill/>
        </p:spPr>
        <p:txBody>
          <a:bodyPr wrap="square">
            <a:spAutoFit/>
          </a:bodyPr>
          <a:lstStyle/>
          <a:p>
            <a:r>
              <a:rPr lang="en-US" sz="1800" dirty="0">
                <a:effectLst/>
                <a:latin typeface="Calibri" panose="020F0502020204030204" pitchFamily="34" charset="0"/>
                <a:ea typeface="Times New Roman" panose="02020603050405020304" pitchFamily="18" charset="0"/>
                <a:cs typeface="Arial" panose="020B0604020202020204" pitchFamily="34" charset="0"/>
              </a:rPr>
              <a:t>A diagram of the taxonomical construction steps </a:t>
            </a:r>
            <a:r>
              <a:rPr lang="en-US" sz="1800">
                <a:effectLst/>
                <a:latin typeface="Calibri" panose="020F0502020204030204" pitchFamily="34" charset="0"/>
                <a:ea typeface="Times New Roman" panose="02020603050405020304" pitchFamily="18" charset="0"/>
                <a:cs typeface="Arial" panose="020B0604020202020204" pitchFamily="34" charset="0"/>
              </a:rPr>
              <a:t>from Whittaker’s 2008 paper.</a:t>
            </a:r>
            <a:endParaRPr lang="en-150" dirty="0"/>
          </a:p>
        </p:txBody>
      </p:sp>
    </p:spTree>
    <p:extLst>
      <p:ext uri="{BB962C8B-B14F-4D97-AF65-F5344CB8AC3E}">
        <p14:creationId xmlns:p14="http://schemas.microsoft.com/office/powerpoint/2010/main" val="38432845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5CBA3-C99D-80FE-6547-B071F1091800}"/>
            </a:ext>
          </a:extLst>
        </p:cNvPr>
        <p:cNvGrpSpPr/>
        <p:nvPr/>
      </p:nvGrpSpPr>
      <p:grpSpPr>
        <a:xfrm>
          <a:off x="0" y="0"/>
          <a:ext cx="0" cy="0"/>
          <a:chOff x="0" y="0"/>
          <a:chExt cx="0" cy="0"/>
        </a:xfrm>
      </p:grpSpPr>
      <p:sp>
        <p:nvSpPr>
          <p:cNvPr id="22" name="Title 21">
            <a:extLst>
              <a:ext uri="{FF2B5EF4-FFF2-40B4-BE49-F238E27FC236}">
                <a16:creationId xmlns:a16="http://schemas.microsoft.com/office/drawing/2014/main" id="{5B445C56-91ED-464D-B024-88211B882494}"/>
              </a:ext>
            </a:extLst>
          </p:cNvPr>
          <p:cNvSpPr>
            <a:spLocks noGrp="1"/>
          </p:cNvSpPr>
          <p:nvPr>
            <p:ph type="ctrTitle"/>
          </p:nvPr>
        </p:nvSpPr>
        <p:spPr/>
        <p:txBody>
          <a:bodyPr/>
          <a:lstStyle/>
          <a:p>
            <a:r>
              <a:rPr lang="en-US" dirty="0"/>
              <a:t>The Malware Taxonomy</a:t>
            </a:r>
          </a:p>
        </p:txBody>
      </p:sp>
      <p:sp>
        <p:nvSpPr>
          <p:cNvPr id="3" name="Content Placeholder 2">
            <a:extLst>
              <a:ext uri="{FF2B5EF4-FFF2-40B4-BE49-F238E27FC236}">
                <a16:creationId xmlns:a16="http://schemas.microsoft.com/office/drawing/2014/main" id="{DABC1103-0A36-4FE3-6C72-A53C001E9993}"/>
              </a:ext>
            </a:extLst>
          </p:cNvPr>
          <p:cNvSpPr>
            <a:spLocks noGrp="1"/>
          </p:cNvSpPr>
          <p:nvPr>
            <p:ph sz="half" idx="1"/>
          </p:nvPr>
        </p:nvSpPr>
        <p:spPr>
          <a:xfrm>
            <a:off x="1627321" y="2330824"/>
            <a:ext cx="9214849" cy="3846139"/>
          </a:xfrm>
        </p:spPr>
        <p:txBody>
          <a:bodyPr/>
          <a:lstStyle/>
          <a:p>
            <a:pPr marL="0" indent="0">
              <a:buNone/>
            </a:pPr>
            <a:r>
              <a:rPr lang="en-US" dirty="0"/>
              <a:t>Several malware categories have been gathered through the studies provided from Omer Aslan.</a:t>
            </a:r>
          </a:p>
          <a:p>
            <a:r>
              <a:rPr lang="en-US" dirty="0"/>
              <a:t>Trojans</a:t>
            </a:r>
          </a:p>
          <a:p>
            <a:r>
              <a:rPr lang="en-US" dirty="0"/>
              <a:t>Ransomware</a:t>
            </a:r>
          </a:p>
          <a:p>
            <a:r>
              <a:rPr lang="en-US" dirty="0"/>
              <a:t>APT</a:t>
            </a:r>
          </a:p>
          <a:p>
            <a:r>
              <a:rPr lang="en-US" dirty="0"/>
              <a:t>Mobile</a:t>
            </a:r>
          </a:p>
          <a:p>
            <a:r>
              <a:rPr lang="en-US" dirty="0"/>
              <a:t>IoT</a:t>
            </a:r>
          </a:p>
          <a:p>
            <a:r>
              <a:rPr lang="en-US" dirty="0"/>
              <a:t>OS</a:t>
            </a:r>
          </a:p>
          <a:p>
            <a:r>
              <a:rPr lang="en-US" dirty="0"/>
              <a:t>Banking</a:t>
            </a:r>
          </a:p>
          <a:p>
            <a:r>
              <a:rPr lang="en-US" dirty="0"/>
              <a:t>RAT</a:t>
            </a:r>
          </a:p>
          <a:p>
            <a:endParaRPr lang="en-US" dirty="0"/>
          </a:p>
        </p:txBody>
      </p:sp>
      <p:sp>
        <p:nvSpPr>
          <p:cNvPr id="17" name="Text Placeholder 16">
            <a:extLst>
              <a:ext uri="{FF2B5EF4-FFF2-40B4-BE49-F238E27FC236}">
                <a16:creationId xmlns:a16="http://schemas.microsoft.com/office/drawing/2014/main" id="{72E679A6-30E7-2E76-BFAD-BDA5E34C0045}"/>
              </a:ext>
            </a:extLst>
          </p:cNvPr>
          <p:cNvSpPr>
            <a:spLocks noGrp="1"/>
          </p:cNvSpPr>
          <p:nvPr>
            <p:ph type="body" idx="13"/>
          </p:nvPr>
        </p:nvSpPr>
        <p:spPr>
          <a:xfrm>
            <a:off x="1627321" y="1468740"/>
            <a:ext cx="9214849" cy="823912"/>
          </a:xfrm>
        </p:spPr>
        <p:txBody>
          <a:bodyPr/>
          <a:lstStyle/>
          <a:p>
            <a:pPr lvl="0"/>
            <a:r>
              <a:rPr lang="en-US" dirty="0"/>
              <a:t>Categories</a:t>
            </a:r>
          </a:p>
        </p:txBody>
      </p:sp>
    </p:spTree>
    <p:extLst>
      <p:ext uri="{BB962C8B-B14F-4D97-AF65-F5344CB8AC3E}">
        <p14:creationId xmlns:p14="http://schemas.microsoft.com/office/powerpoint/2010/main" val="11931331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9E12F-2675-E480-46BD-C57931EDE2B4}"/>
            </a:ext>
          </a:extLst>
        </p:cNvPr>
        <p:cNvGrpSpPr/>
        <p:nvPr/>
      </p:nvGrpSpPr>
      <p:grpSpPr>
        <a:xfrm>
          <a:off x="0" y="0"/>
          <a:ext cx="0" cy="0"/>
          <a:chOff x="0" y="0"/>
          <a:chExt cx="0" cy="0"/>
        </a:xfrm>
      </p:grpSpPr>
      <p:pic>
        <p:nvPicPr>
          <p:cNvPr id="19" name="Picture Placeholder 15" descr="People reviewing floor plans">
            <a:extLst>
              <a:ext uri="{FF2B5EF4-FFF2-40B4-BE49-F238E27FC236}">
                <a16:creationId xmlns:a16="http://schemas.microsoft.com/office/drawing/2014/main" id="{9A68C2BC-D5BC-E05B-BB01-CD4CB5D45556}"/>
              </a:ext>
              <a:ext uri="{C183D7F6-B498-43B3-948B-1728B52AA6E4}">
                <adec:decorative xmlns:adec="http://schemas.microsoft.com/office/drawing/2017/decorative" val="0"/>
              </a:ext>
            </a:extLst>
          </p:cNvPr>
          <p:cNvPicPr>
            <a:picLocks noGrp="1" noChangeAspect="1"/>
          </p:cNvPicPr>
          <p:nvPr>
            <p:ph type="pic" sz="quarter" idx="10"/>
          </p:nvPr>
        </p:nvPicPr>
        <p:blipFill>
          <a:blip r:embed="rId2" cstate="screen">
            <a:duotone>
              <a:prstClr val="black"/>
              <a:schemeClr val="accent3">
                <a:tint val="45000"/>
                <a:satMod val="400000"/>
              </a:schemeClr>
            </a:duotone>
            <a:alphaModFix amt="20000"/>
            <a:extLst>
              <a:ext uri="{BEBA8EAE-BF5A-486C-A8C5-ECC9F3942E4B}">
                <a14:imgProps xmlns:a14="http://schemas.microsoft.com/office/drawing/2010/main">
                  <a14:imgLayer r:embed="rId3">
                    <a14:imgEffect>
                      <a14:brightnessContrast bright="-40000"/>
                    </a14:imgEffect>
                  </a14:imgLayer>
                </a14:imgProps>
              </a:ext>
              <a:ext uri="{28A0092B-C50C-407E-A947-70E740481C1C}">
                <a14:useLocalDpi xmlns:a14="http://schemas.microsoft.com/office/drawing/2010/main"/>
              </a:ext>
            </a:extLst>
          </a:blip>
          <a:srcRect/>
          <a:stretch>
            <a:fillRect/>
          </a:stretch>
        </p:blipFill>
        <p:spPr/>
      </p:pic>
      <p:sp>
        <p:nvSpPr>
          <p:cNvPr id="5" name="Title 4">
            <a:extLst>
              <a:ext uri="{FF2B5EF4-FFF2-40B4-BE49-F238E27FC236}">
                <a16:creationId xmlns:a16="http://schemas.microsoft.com/office/drawing/2014/main" id="{CEC6F998-766C-2534-F9B9-7413A4336195}"/>
              </a:ext>
            </a:extLst>
          </p:cNvPr>
          <p:cNvSpPr>
            <a:spLocks noGrp="1"/>
          </p:cNvSpPr>
          <p:nvPr>
            <p:ph type="ctrTitle"/>
          </p:nvPr>
        </p:nvSpPr>
        <p:spPr/>
        <p:txBody>
          <a:bodyPr/>
          <a:lstStyle/>
          <a:p>
            <a:r>
              <a:rPr lang="en-US" dirty="0">
                <a:solidFill>
                  <a:schemeClr val="bg1"/>
                </a:solidFill>
              </a:rPr>
              <a:t>Malware Detection</a:t>
            </a:r>
          </a:p>
        </p:txBody>
      </p:sp>
      <p:sp>
        <p:nvSpPr>
          <p:cNvPr id="3" name="Text Placeholder 2">
            <a:extLst>
              <a:ext uri="{FF2B5EF4-FFF2-40B4-BE49-F238E27FC236}">
                <a16:creationId xmlns:a16="http://schemas.microsoft.com/office/drawing/2014/main" id="{D0D746BC-131E-ED37-E3AC-C70C1F6E41D3}"/>
              </a:ext>
            </a:extLst>
          </p:cNvPr>
          <p:cNvSpPr>
            <a:spLocks noGrp="1"/>
          </p:cNvSpPr>
          <p:nvPr>
            <p:ph type="body" idx="13"/>
          </p:nvPr>
        </p:nvSpPr>
        <p:spPr/>
        <p:txBody>
          <a:bodyPr/>
          <a:lstStyle/>
          <a:p>
            <a:endParaRPr lang="en-150" dirty="0"/>
          </a:p>
        </p:txBody>
      </p:sp>
    </p:spTree>
    <p:extLst>
      <p:ext uri="{BB962C8B-B14F-4D97-AF65-F5344CB8AC3E}">
        <p14:creationId xmlns:p14="http://schemas.microsoft.com/office/powerpoint/2010/main" val="12176825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A72C7-CBAC-C6AD-C1FC-4A46A041F457}"/>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91B49789-9B9A-BBAA-86DD-87BAE5E10C37}"/>
              </a:ext>
            </a:extLst>
          </p:cNvPr>
          <p:cNvSpPr>
            <a:spLocks noGrp="1"/>
          </p:cNvSpPr>
          <p:nvPr>
            <p:ph type="pic" sz="quarter" idx="10"/>
          </p:nvPr>
        </p:nvSpPr>
        <p:spPr/>
        <p:txBody>
          <a:bodyPr/>
          <a:lstStyle/>
          <a:p>
            <a:endParaRPr lang="en-150"/>
          </a:p>
        </p:txBody>
      </p:sp>
      <p:sp>
        <p:nvSpPr>
          <p:cNvPr id="3" name="Content Placeholder 2">
            <a:extLst>
              <a:ext uri="{FF2B5EF4-FFF2-40B4-BE49-F238E27FC236}">
                <a16:creationId xmlns:a16="http://schemas.microsoft.com/office/drawing/2014/main" id="{F5FD26C1-D51C-498E-58DC-873B9994C1F6}"/>
              </a:ext>
            </a:extLst>
          </p:cNvPr>
          <p:cNvSpPr>
            <a:spLocks noGrp="1"/>
          </p:cNvSpPr>
          <p:nvPr>
            <p:ph idx="1"/>
          </p:nvPr>
        </p:nvSpPr>
        <p:spPr/>
        <p:txBody>
          <a:bodyPr/>
          <a:lstStyle/>
          <a:p>
            <a:r>
              <a:rPr lang="en-US" dirty="0"/>
              <a:t>Malware detection, as stated by Omer Aslan, is the process of analyzing a suspicious file and identifying whether it is benign or malicious.  </a:t>
            </a:r>
            <a:endParaRPr lang="en-150" dirty="0"/>
          </a:p>
        </p:txBody>
      </p:sp>
      <p:sp>
        <p:nvSpPr>
          <p:cNvPr id="4" name="Title 3">
            <a:extLst>
              <a:ext uri="{FF2B5EF4-FFF2-40B4-BE49-F238E27FC236}">
                <a16:creationId xmlns:a16="http://schemas.microsoft.com/office/drawing/2014/main" id="{2097E42A-175D-47CB-BC81-6A6CC557F550}"/>
              </a:ext>
            </a:extLst>
          </p:cNvPr>
          <p:cNvSpPr>
            <a:spLocks noGrp="1"/>
          </p:cNvSpPr>
          <p:nvPr>
            <p:ph type="ctrTitle"/>
          </p:nvPr>
        </p:nvSpPr>
        <p:spPr/>
        <p:txBody>
          <a:bodyPr/>
          <a:lstStyle/>
          <a:p>
            <a:r>
              <a:rPr lang="en-US" dirty="0"/>
              <a:t>Detection</a:t>
            </a:r>
            <a:endParaRPr lang="en-150" dirty="0"/>
          </a:p>
        </p:txBody>
      </p:sp>
    </p:spTree>
    <p:extLst>
      <p:ext uri="{BB962C8B-B14F-4D97-AF65-F5344CB8AC3E}">
        <p14:creationId xmlns:p14="http://schemas.microsoft.com/office/powerpoint/2010/main" val="1176244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3FEC4-CE23-A6F2-A600-BB930A1A05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E6472C-F4BD-1EAC-865F-0BBB20D0FC0F}"/>
              </a:ext>
            </a:extLst>
          </p:cNvPr>
          <p:cNvSpPr>
            <a:spLocks noGrp="1"/>
          </p:cNvSpPr>
          <p:nvPr>
            <p:ph type="ctrTitle"/>
          </p:nvPr>
        </p:nvSpPr>
        <p:spPr/>
        <p:txBody>
          <a:bodyPr/>
          <a:lstStyle/>
          <a:p>
            <a:r>
              <a:rPr lang="en-US" dirty="0"/>
              <a:t>Detection</a:t>
            </a:r>
            <a:endParaRPr lang="en-150" dirty="0"/>
          </a:p>
        </p:txBody>
      </p:sp>
      <p:sp>
        <p:nvSpPr>
          <p:cNvPr id="3" name="Text Placeholder 2">
            <a:extLst>
              <a:ext uri="{FF2B5EF4-FFF2-40B4-BE49-F238E27FC236}">
                <a16:creationId xmlns:a16="http://schemas.microsoft.com/office/drawing/2014/main" id="{1A6388A1-108E-C281-31DE-409F4AA8BEBD}"/>
              </a:ext>
            </a:extLst>
          </p:cNvPr>
          <p:cNvSpPr>
            <a:spLocks noGrp="1"/>
          </p:cNvSpPr>
          <p:nvPr>
            <p:ph type="body" sz="quarter" idx="14"/>
          </p:nvPr>
        </p:nvSpPr>
        <p:spPr/>
        <p:txBody>
          <a:bodyPr/>
          <a:lstStyle/>
          <a:p>
            <a:pPr marL="285750" lvl="0" indent="-285750">
              <a:buFont typeface="Arial" panose="020B0604020202020204" pitchFamily="34" charset="0"/>
              <a:buChar char="•"/>
            </a:pPr>
            <a:r>
              <a:rPr lang="en-US" sz="2400" dirty="0"/>
              <a:t>Signature</a:t>
            </a:r>
          </a:p>
          <a:p>
            <a:pPr marL="285750" lvl="0" indent="-285750">
              <a:buFont typeface="Arial" panose="020B0604020202020204" pitchFamily="34" charset="0"/>
              <a:buChar char="•"/>
            </a:pPr>
            <a:r>
              <a:rPr lang="en-US" sz="2400" dirty="0"/>
              <a:t>Behavior</a:t>
            </a:r>
          </a:p>
          <a:p>
            <a:pPr marL="285750" lvl="0" indent="-285750">
              <a:buFont typeface="Arial" panose="020B0604020202020204" pitchFamily="34" charset="0"/>
              <a:buChar char="•"/>
            </a:pPr>
            <a:r>
              <a:rPr lang="en-US" sz="2400" dirty="0"/>
              <a:t>Heuristic</a:t>
            </a:r>
          </a:p>
          <a:p>
            <a:pPr marL="285750" lvl="0" indent="-285750">
              <a:buFont typeface="Arial" panose="020B0604020202020204" pitchFamily="34" charset="0"/>
              <a:buChar char="•"/>
            </a:pPr>
            <a:r>
              <a:rPr lang="en-US" sz="2400" dirty="0"/>
              <a:t>Model Checking</a:t>
            </a:r>
          </a:p>
          <a:p>
            <a:pPr marL="285750" lvl="0" indent="-285750">
              <a:buFont typeface="Arial" panose="020B0604020202020204" pitchFamily="34" charset="0"/>
              <a:buChar char="•"/>
            </a:pPr>
            <a:r>
              <a:rPr lang="en-US" sz="2400" dirty="0"/>
              <a:t>Deep Learning</a:t>
            </a:r>
            <a:endParaRPr lang="en-150" dirty="0"/>
          </a:p>
        </p:txBody>
      </p:sp>
    </p:spTree>
    <p:extLst>
      <p:ext uri="{BB962C8B-B14F-4D97-AF65-F5344CB8AC3E}">
        <p14:creationId xmlns:p14="http://schemas.microsoft.com/office/powerpoint/2010/main" val="35880494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7210F-EBF7-8A65-7F04-D570685E142D}"/>
            </a:ext>
          </a:extLst>
        </p:cNvPr>
        <p:cNvGrpSpPr/>
        <p:nvPr/>
      </p:nvGrpSpPr>
      <p:grpSpPr>
        <a:xfrm>
          <a:off x="0" y="0"/>
          <a:ext cx="0" cy="0"/>
          <a:chOff x="0" y="0"/>
          <a:chExt cx="0" cy="0"/>
        </a:xfrm>
      </p:grpSpPr>
      <p:pic>
        <p:nvPicPr>
          <p:cNvPr id="19" name="Picture Placeholder 15" descr="People reviewing floor plans">
            <a:extLst>
              <a:ext uri="{FF2B5EF4-FFF2-40B4-BE49-F238E27FC236}">
                <a16:creationId xmlns:a16="http://schemas.microsoft.com/office/drawing/2014/main" id="{945A1D0B-EF5D-DFBE-0F0D-F2F92A3507C1}"/>
              </a:ext>
              <a:ext uri="{C183D7F6-B498-43B3-948B-1728B52AA6E4}">
                <adec:decorative xmlns:adec="http://schemas.microsoft.com/office/drawing/2017/decorative" val="0"/>
              </a:ext>
            </a:extLst>
          </p:cNvPr>
          <p:cNvPicPr>
            <a:picLocks noGrp="1" noChangeAspect="1"/>
          </p:cNvPicPr>
          <p:nvPr>
            <p:ph type="pic" sz="quarter" idx="10"/>
          </p:nvPr>
        </p:nvPicPr>
        <p:blipFill>
          <a:blip r:embed="rId2" cstate="screen">
            <a:duotone>
              <a:prstClr val="black"/>
              <a:schemeClr val="accent3">
                <a:tint val="45000"/>
                <a:satMod val="400000"/>
              </a:schemeClr>
            </a:duotone>
            <a:alphaModFix amt="20000"/>
            <a:extLst>
              <a:ext uri="{BEBA8EAE-BF5A-486C-A8C5-ECC9F3942E4B}">
                <a14:imgProps xmlns:a14="http://schemas.microsoft.com/office/drawing/2010/main">
                  <a14:imgLayer r:embed="rId3">
                    <a14:imgEffect>
                      <a14:brightnessContrast bright="-40000"/>
                    </a14:imgEffect>
                  </a14:imgLayer>
                </a14:imgProps>
              </a:ext>
              <a:ext uri="{28A0092B-C50C-407E-A947-70E740481C1C}">
                <a14:useLocalDpi xmlns:a14="http://schemas.microsoft.com/office/drawing/2010/main"/>
              </a:ext>
            </a:extLst>
          </a:blip>
          <a:srcRect/>
          <a:stretch>
            <a:fillRect/>
          </a:stretch>
        </p:blipFill>
        <p:spPr/>
      </p:pic>
      <p:sp>
        <p:nvSpPr>
          <p:cNvPr id="5" name="Title 4">
            <a:extLst>
              <a:ext uri="{FF2B5EF4-FFF2-40B4-BE49-F238E27FC236}">
                <a16:creationId xmlns:a16="http://schemas.microsoft.com/office/drawing/2014/main" id="{9233D6BF-9EF9-B5F1-7A16-F5D05804E657}"/>
              </a:ext>
            </a:extLst>
          </p:cNvPr>
          <p:cNvSpPr>
            <a:spLocks noGrp="1"/>
          </p:cNvSpPr>
          <p:nvPr>
            <p:ph type="ctrTitle"/>
          </p:nvPr>
        </p:nvSpPr>
        <p:spPr>
          <a:xfrm>
            <a:off x="1524000" y="2715790"/>
            <a:ext cx="5238750" cy="2387600"/>
          </a:xfrm>
        </p:spPr>
        <p:txBody>
          <a:bodyPr/>
          <a:lstStyle/>
          <a:p>
            <a:r>
              <a:rPr lang="en-US" dirty="0">
                <a:solidFill>
                  <a:schemeClr val="bg1"/>
                </a:solidFill>
              </a:rPr>
              <a:t>Environment</a:t>
            </a:r>
            <a:br>
              <a:rPr lang="en-US" dirty="0">
                <a:solidFill>
                  <a:schemeClr val="bg1"/>
                </a:solidFill>
              </a:rPr>
            </a:br>
            <a:r>
              <a:rPr lang="en-US" dirty="0">
                <a:solidFill>
                  <a:schemeClr val="bg1"/>
                </a:solidFill>
              </a:rPr>
              <a:t>setup </a:t>
            </a:r>
          </a:p>
        </p:txBody>
      </p:sp>
      <p:sp>
        <p:nvSpPr>
          <p:cNvPr id="3" name="Text Placeholder 2">
            <a:extLst>
              <a:ext uri="{FF2B5EF4-FFF2-40B4-BE49-F238E27FC236}">
                <a16:creationId xmlns:a16="http://schemas.microsoft.com/office/drawing/2014/main" id="{860209FB-8E7F-B1D6-CC5C-37E0661F47B5}"/>
              </a:ext>
            </a:extLst>
          </p:cNvPr>
          <p:cNvSpPr>
            <a:spLocks noGrp="1"/>
          </p:cNvSpPr>
          <p:nvPr>
            <p:ph type="body" idx="13"/>
          </p:nvPr>
        </p:nvSpPr>
        <p:spPr/>
        <p:txBody>
          <a:bodyPr/>
          <a:lstStyle/>
          <a:p>
            <a:endParaRPr lang="en-150" dirty="0"/>
          </a:p>
        </p:txBody>
      </p:sp>
    </p:spTree>
    <p:extLst>
      <p:ext uri="{BB962C8B-B14F-4D97-AF65-F5344CB8AC3E}">
        <p14:creationId xmlns:p14="http://schemas.microsoft.com/office/powerpoint/2010/main" val="21720584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2D646-CF6C-2A5C-9073-F148E2AA45AF}"/>
            </a:ext>
          </a:extLst>
        </p:cNvPr>
        <p:cNvGrpSpPr/>
        <p:nvPr/>
      </p:nvGrpSpPr>
      <p:grpSpPr>
        <a:xfrm>
          <a:off x="0" y="0"/>
          <a:ext cx="0" cy="0"/>
          <a:chOff x="0" y="0"/>
          <a:chExt cx="0" cy="0"/>
        </a:xfrm>
      </p:grpSpPr>
      <p:pic>
        <p:nvPicPr>
          <p:cNvPr id="26" name="Picture Placeholder 7" descr="A group of people putting thier hands in a pile ">
            <a:extLst>
              <a:ext uri="{FF2B5EF4-FFF2-40B4-BE49-F238E27FC236}">
                <a16:creationId xmlns:a16="http://schemas.microsoft.com/office/drawing/2014/main" id="{5628BF99-A288-2484-AB69-08BA4E451090}"/>
              </a:ext>
            </a:extLst>
          </p:cNvPr>
          <p:cNvPicPr>
            <a:picLocks noGrp="1" noChangeAspect="1"/>
          </p:cNvPicPr>
          <p:nvPr>
            <p:ph type="pic" sz="quarter" idx="10"/>
          </p:nvPr>
        </p:nvPicPr>
        <p:blipFill>
          <a:blip r:embed="rId2" cstate="screen">
            <a:duotone>
              <a:prstClr val="black"/>
              <a:schemeClr val="accent3">
                <a:tint val="45000"/>
                <a:satMod val="400000"/>
              </a:schemeClr>
            </a:duotone>
            <a:alphaModFix amt="70000"/>
            <a:extLst>
              <a:ext uri="{28A0092B-C50C-407E-A947-70E740481C1C}">
                <a14:useLocalDpi xmlns:a14="http://schemas.microsoft.com/office/drawing/2010/main"/>
              </a:ext>
            </a:extLst>
          </a:blip>
          <a:srcRect/>
          <a:stretch>
            <a:fillRect/>
          </a:stretch>
        </p:blipFill>
        <p:spPr/>
      </p:pic>
      <p:sp>
        <p:nvSpPr>
          <p:cNvPr id="7" name="Text Placeholder 6">
            <a:extLst>
              <a:ext uri="{FF2B5EF4-FFF2-40B4-BE49-F238E27FC236}">
                <a16:creationId xmlns:a16="http://schemas.microsoft.com/office/drawing/2014/main" id="{2E20D8F7-4F0C-95EF-F5BB-55E37687A507}"/>
              </a:ext>
            </a:extLst>
          </p:cNvPr>
          <p:cNvSpPr>
            <a:spLocks noGrp="1"/>
          </p:cNvSpPr>
          <p:nvPr>
            <p:ph idx="1"/>
          </p:nvPr>
        </p:nvSpPr>
        <p:spPr/>
        <p:txBody>
          <a:bodyPr/>
          <a:lstStyle/>
          <a:p>
            <a:r>
              <a:rPr lang="en-US" dirty="0"/>
              <a:t>When dealing with live malware packages, it is of the utmost importance that a properly secure environment is created,</a:t>
            </a:r>
          </a:p>
          <a:p>
            <a:r>
              <a:rPr lang="en-US" dirty="0"/>
              <a:t>Ensure the malware packages have as low of a chance of infecting machines and networks when examined.</a:t>
            </a:r>
          </a:p>
          <a:p>
            <a:r>
              <a:rPr lang="en-US" dirty="0"/>
              <a:t>Certain Virtual Machine environments are specifically designed for malware testing</a:t>
            </a:r>
          </a:p>
        </p:txBody>
      </p:sp>
      <p:sp>
        <p:nvSpPr>
          <p:cNvPr id="21" name="Title 20">
            <a:extLst>
              <a:ext uri="{FF2B5EF4-FFF2-40B4-BE49-F238E27FC236}">
                <a16:creationId xmlns:a16="http://schemas.microsoft.com/office/drawing/2014/main" id="{2C87FCE0-2E11-8DA4-E338-355D2FDF5717}"/>
              </a:ext>
            </a:extLst>
          </p:cNvPr>
          <p:cNvSpPr>
            <a:spLocks noGrp="1"/>
          </p:cNvSpPr>
          <p:nvPr>
            <p:ph type="ctrTitle"/>
          </p:nvPr>
        </p:nvSpPr>
        <p:spPr>
          <a:xfrm>
            <a:off x="1524000" y="339644"/>
            <a:ext cx="5067300" cy="2806512"/>
          </a:xfrm>
        </p:spPr>
        <p:txBody>
          <a:bodyPr/>
          <a:lstStyle/>
          <a:p>
            <a:r>
              <a:rPr lang="en-US" dirty="0"/>
              <a:t>Environment setup</a:t>
            </a:r>
          </a:p>
        </p:txBody>
      </p:sp>
    </p:spTree>
    <p:extLst>
      <p:ext uri="{BB962C8B-B14F-4D97-AF65-F5344CB8AC3E}">
        <p14:creationId xmlns:p14="http://schemas.microsoft.com/office/powerpoint/2010/main" val="24631352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2046E-6DC1-21BB-8A68-B3CD582F3C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332B2E-CC23-5BF8-548A-E54E01EDEE4F}"/>
              </a:ext>
            </a:extLst>
          </p:cNvPr>
          <p:cNvSpPr>
            <a:spLocks noGrp="1"/>
          </p:cNvSpPr>
          <p:nvPr>
            <p:ph type="ctrTitle"/>
          </p:nvPr>
        </p:nvSpPr>
        <p:spPr/>
        <p:txBody>
          <a:bodyPr/>
          <a:lstStyle/>
          <a:p>
            <a:r>
              <a:rPr lang="en-US" dirty="0"/>
              <a:t>Environment Setup</a:t>
            </a:r>
            <a:endParaRPr lang="en-150" dirty="0"/>
          </a:p>
        </p:txBody>
      </p:sp>
      <p:sp>
        <p:nvSpPr>
          <p:cNvPr id="3" name="Text Placeholder 2">
            <a:extLst>
              <a:ext uri="{FF2B5EF4-FFF2-40B4-BE49-F238E27FC236}">
                <a16:creationId xmlns:a16="http://schemas.microsoft.com/office/drawing/2014/main" id="{31C29623-A566-AB37-92E7-078FD2AB44F5}"/>
              </a:ext>
            </a:extLst>
          </p:cNvPr>
          <p:cNvSpPr>
            <a:spLocks noGrp="1"/>
          </p:cNvSpPr>
          <p:nvPr>
            <p:ph type="body" sz="quarter" idx="14"/>
          </p:nvPr>
        </p:nvSpPr>
        <p:spPr/>
        <p:txBody>
          <a:bodyPr/>
          <a:lstStyle/>
          <a:p>
            <a:pPr marL="285750" lvl="0" indent="-285750">
              <a:buFont typeface="Arial" panose="020B0604020202020204" pitchFamily="34" charset="0"/>
              <a:buChar char="•"/>
            </a:pPr>
            <a:endParaRPr lang="en-US" dirty="0"/>
          </a:p>
          <a:p>
            <a:pPr marL="285750" lvl="0" indent="-285750">
              <a:buFont typeface="Arial" panose="020B0604020202020204" pitchFamily="34" charset="0"/>
              <a:buChar char="•"/>
            </a:pPr>
            <a:r>
              <a:rPr lang="en-US" dirty="0"/>
              <a:t>REMnux</a:t>
            </a:r>
          </a:p>
          <a:p>
            <a:pPr marL="742950" lvl="1" indent="-285750">
              <a:buFont typeface="Arial" panose="020B0604020202020204" pitchFamily="34" charset="0"/>
              <a:buChar char="•"/>
            </a:pPr>
            <a:r>
              <a:rPr lang="en-US" dirty="0"/>
              <a:t>	Lightweight</a:t>
            </a:r>
          </a:p>
          <a:p>
            <a:pPr marL="742950" lvl="1" indent="-285750">
              <a:buFont typeface="Arial" panose="020B0604020202020204" pitchFamily="34" charset="0"/>
              <a:buChar char="•"/>
            </a:pPr>
            <a:r>
              <a:rPr lang="en-US" dirty="0"/>
              <a:t>	All tools needed built in</a:t>
            </a:r>
          </a:p>
          <a:p>
            <a:pPr marL="742950" lvl="1" indent="-285750">
              <a:buFont typeface="Arial" panose="020B0604020202020204" pitchFamily="34" charset="0"/>
              <a:buChar char="•"/>
            </a:pPr>
            <a:r>
              <a:rPr lang="en-US" dirty="0"/>
              <a:t>	Ghidra, </a:t>
            </a:r>
            <a:r>
              <a:rPr lang="en-US" dirty="0" err="1"/>
              <a:t>procmon</a:t>
            </a:r>
            <a:r>
              <a:rPr lang="en-US" dirty="0"/>
              <a:t>.</a:t>
            </a:r>
          </a:p>
          <a:p>
            <a:pPr marL="285750" lvl="0" indent="-285750">
              <a:buFont typeface="Arial" panose="020B0604020202020204" pitchFamily="34" charset="0"/>
              <a:buChar char="•"/>
            </a:pPr>
            <a:r>
              <a:rPr lang="en-US" dirty="0"/>
              <a:t>VMWare</a:t>
            </a:r>
          </a:p>
          <a:p>
            <a:pPr marL="742950" lvl="1" indent="-285750">
              <a:buFont typeface="Arial" panose="020B0604020202020204" pitchFamily="34" charset="0"/>
              <a:buChar char="•"/>
            </a:pPr>
            <a:r>
              <a:rPr lang="en-US" dirty="0"/>
              <a:t>    Type 2 hypervisor</a:t>
            </a:r>
          </a:p>
          <a:p>
            <a:pPr marL="742950" lvl="1" indent="-285750">
              <a:buFont typeface="Arial" panose="020B0604020202020204" pitchFamily="34" charset="0"/>
              <a:buChar char="•"/>
            </a:pPr>
            <a:r>
              <a:rPr lang="en-US" dirty="0"/>
              <a:t>	Familiarity</a:t>
            </a:r>
          </a:p>
          <a:p>
            <a:pPr marL="742950" lvl="1" indent="-285750">
              <a:buFont typeface="Arial" panose="020B0604020202020204" pitchFamily="34" charset="0"/>
              <a:buChar char="•"/>
            </a:pPr>
            <a:r>
              <a:rPr lang="en-US" dirty="0"/>
              <a:t>	Reliability</a:t>
            </a:r>
          </a:p>
          <a:p>
            <a:pPr marL="285750" lvl="0" indent="-285750">
              <a:buFont typeface="Arial" panose="020B0604020202020204" pitchFamily="34" charset="0"/>
              <a:buChar char="•"/>
            </a:pPr>
            <a:r>
              <a:rPr lang="en-US" dirty="0"/>
              <a:t>Offline Network connection</a:t>
            </a:r>
          </a:p>
          <a:p>
            <a:pPr marL="285750" lvl="0" indent="-285750">
              <a:buFont typeface="Arial" panose="020B0604020202020204" pitchFamily="34" charset="0"/>
              <a:buChar char="•"/>
            </a:pPr>
            <a:endParaRPr lang="en-150" dirty="0"/>
          </a:p>
        </p:txBody>
      </p:sp>
      <p:pic>
        <p:nvPicPr>
          <p:cNvPr id="4" name="Picture 3">
            <a:extLst>
              <a:ext uri="{FF2B5EF4-FFF2-40B4-BE49-F238E27FC236}">
                <a16:creationId xmlns:a16="http://schemas.microsoft.com/office/drawing/2014/main" id="{C935514D-1B43-968A-1605-470AD0C9213E}"/>
              </a:ext>
            </a:extLst>
          </p:cNvPr>
          <p:cNvPicPr>
            <a:picLocks noChangeAspect="1"/>
          </p:cNvPicPr>
          <p:nvPr/>
        </p:nvPicPr>
        <p:blipFill>
          <a:blip r:embed="rId2"/>
          <a:stretch>
            <a:fillRect/>
          </a:stretch>
        </p:blipFill>
        <p:spPr>
          <a:xfrm>
            <a:off x="5818093" y="1660525"/>
            <a:ext cx="5943600" cy="3536950"/>
          </a:xfrm>
          <a:prstGeom prst="rect">
            <a:avLst/>
          </a:prstGeom>
        </p:spPr>
      </p:pic>
      <p:sp>
        <p:nvSpPr>
          <p:cNvPr id="5" name="TextBox 4">
            <a:extLst>
              <a:ext uri="{FF2B5EF4-FFF2-40B4-BE49-F238E27FC236}">
                <a16:creationId xmlns:a16="http://schemas.microsoft.com/office/drawing/2014/main" id="{CD84A296-54BF-8BAE-5D5B-05E51D47EF80}"/>
              </a:ext>
            </a:extLst>
          </p:cNvPr>
          <p:cNvSpPr txBox="1"/>
          <p:nvPr/>
        </p:nvSpPr>
        <p:spPr>
          <a:xfrm>
            <a:off x="7253991" y="5469994"/>
            <a:ext cx="3071803" cy="369332"/>
          </a:xfrm>
          <a:prstGeom prst="rect">
            <a:avLst/>
          </a:prstGeom>
          <a:noFill/>
        </p:spPr>
        <p:txBody>
          <a:bodyPr wrap="none" rtlCol="0">
            <a:spAutoFit/>
          </a:bodyPr>
          <a:lstStyle/>
          <a:p>
            <a:r>
              <a:rPr lang="en-US" dirty="0"/>
              <a:t>Screenshot of lab environment</a:t>
            </a:r>
            <a:endParaRPr lang="en-150" dirty="0"/>
          </a:p>
        </p:txBody>
      </p:sp>
    </p:spTree>
    <p:extLst>
      <p:ext uri="{BB962C8B-B14F-4D97-AF65-F5344CB8AC3E}">
        <p14:creationId xmlns:p14="http://schemas.microsoft.com/office/powerpoint/2010/main" val="12893915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83C47-C6C6-2338-FBFA-2CF3AA6F1CCA}"/>
            </a:ext>
          </a:extLst>
        </p:cNvPr>
        <p:cNvGrpSpPr/>
        <p:nvPr/>
      </p:nvGrpSpPr>
      <p:grpSpPr>
        <a:xfrm>
          <a:off x="0" y="0"/>
          <a:ext cx="0" cy="0"/>
          <a:chOff x="0" y="0"/>
          <a:chExt cx="0" cy="0"/>
        </a:xfrm>
      </p:grpSpPr>
      <p:pic>
        <p:nvPicPr>
          <p:cNvPr id="19" name="Picture Placeholder 15" descr="People reviewing floor plans">
            <a:extLst>
              <a:ext uri="{FF2B5EF4-FFF2-40B4-BE49-F238E27FC236}">
                <a16:creationId xmlns:a16="http://schemas.microsoft.com/office/drawing/2014/main" id="{051B423B-1FD5-CE43-DCB1-DF461C88A1ED}"/>
              </a:ext>
              <a:ext uri="{C183D7F6-B498-43B3-948B-1728B52AA6E4}">
                <adec:decorative xmlns:adec="http://schemas.microsoft.com/office/drawing/2017/decorative" val="0"/>
              </a:ext>
            </a:extLst>
          </p:cNvPr>
          <p:cNvPicPr>
            <a:picLocks noGrp="1" noChangeAspect="1"/>
          </p:cNvPicPr>
          <p:nvPr>
            <p:ph type="pic" sz="quarter" idx="10"/>
          </p:nvPr>
        </p:nvPicPr>
        <p:blipFill>
          <a:blip r:embed="rId2" cstate="screen">
            <a:duotone>
              <a:prstClr val="black"/>
              <a:schemeClr val="accent3">
                <a:tint val="45000"/>
                <a:satMod val="400000"/>
              </a:schemeClr>
            </a:duotone>
            <a:alphaModFix amt="20000"/>
            <a:extLst>
              <a:ext uri="{BEBA8EAE-BF5A-486C-A8C5-ECC9F3942E4B}">
                <a14:imgProps xmlns:a14="http://schemas.microsoft.com/office/drawing/2010/main">
                  <a14:imgLayer r:embed="rId3">
                    <a14:imgEffect>
                      <a14:brightnessContrast bright="-40000"/>
                    </a14:imgEffect>
                  </a14:imgLayer>
                </a14:imgProps>
              </a:ext>
              <a:ext uri="{28A0092B-C50C-407E-A947-70E740481C1C}">
                <a14:useLocalDpi xmlns:a14="http://schemas.microsoft.com/office/drawing/2010/main"/>
              </a:ext>
            </a:extLst>
          </a:blip>
          <a:srcRect/>
          <a:stretch>
            <a:fillRect/>
          </a:stretch>
        </p:blipFill>
        <p:spPr/>
      </p:pic>
      <p:sp>
        <p:nvSpPr>
          <p:cNvPr id="5" name="Title 4">
            <a:extLst>
              <a:ext uri="{FF2B5EF4-FFF2-40B4-BE49-F238E27FC236}">
                <a16:creationId xmlns:a16="http://schemas.microsoft.com/office/drawing/2014/main" id="{94064E25-5184-DD80-079E-562582E3A6BF}"/>
              </a:ext>
            </a:extLst>
          </p:cNvPr>
          <p:cNvSpPr>
            <a:spLocks noGrp="1"/>
          </p:cNvSpPr>
          <p:nvPr>
            <p:ph type="ctrTitle"/>
          </p:nvPr>
        </p:nvSpPr>
        <p:spPr/>
        <p:txBody>
          <a:bodyPr/>
          <a:lstStyle/>
          <a:p>
            <a:r>
              <a:rPr lang="en-US" dirty="0">
                <a:solidFill>
                  <a:schemeClr val="bg1"/>
                </a:solidFill>
              </a:rPr>
              <a:t>Ghidra Analysis</a:t>
            </a:r>
          </a:p>
        </p:txBody>
      </p:sp>
      <p:sp>
        <p:nvSpPr>
          <p:cNvPr id="3" name="Text Placeholder 2">
            <a:extLst>
              <a:ext uri="{FF2B5EF4-FFF2-40B4-BE49-F238E27FC236}">
                <a16:creationId xmlns:a16="http://schemas.microsoft.com/office/drawing/2014/main" id="{04639108-59ED-C039-47E0-CD1DB15CC4D7}"/>
              </a:ext>
            </a:extLst>
          </p:cNvPr>
          <p:cNvSpPr>
            <a:spLocks noGrp="1"/>
          </p:cNvSpPr>
          <p:nvPr>
            <p:ph type="body" idx="13"/>
          </p:nvPr>
        </p:nvSpPr>
        <p:spPr/>
        <p:txBody>
          <a:bodyPr/>
          <a:lstStyle/>
          <a:p>
            <a:endParaRPr lang="en-150" dirty="0"/>
          </a:p>
        </p:txBody>
      </p:sp>
    </p:spTree>
    <p:extLst>
      <p:ext uri="{BB962C8B-B14F-4D97-AF65-F5344CB8AC3E}">
        <p14:creationId xmlns:p14="http://schemas.microsoft.com/office/powerpoint/2010/main" val="42243473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81971-0703-6300-21DC-55B72523A5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B79E7B-4C78-E0EF-0814-56BFAA75A053}"/>
              </a:ext>
            </a:extLst>
          </p:cNvPr>
          <p:cNvSpPr>
            <a:spLocks noGrp="1"/>
          </p:cNvSpPr>
          <p:nvPr>
            <p:ph type="ctrTitle"/>
          </p:nvPr>
        </p:nvSpPr>
        <p:spPr/>
        <p:txBody>
          <a:bodyPr/>
          <a:lstStyle/>
          <a:p>
            <a:r>
              <a:rPr lang="en-US" dirty="0"/>
              <a:t>IoT Botnet</a:t>
            </a:r>
            <a:endParaRPr lang="en-150" dirty="0"/>
          </a:p>
        </p:txBody>
      </p:sp>
      <p:sp>
        <p:nvSpPr>
          <p:cNvPr id="3" name="Text Placeholder 2">
            <a:extLst>
              <a:ext uri="{FF2B5EF4-FFF2-40B4-BE49-F238E27FC236}">
                <a16:creationId xmlns:a16="http://schemas.microsoft.com/office/drawing/2014/main" id="{D9FC2E25-9A18-3988-E2C3-BE31A981E43D}"/>
              </a:ext>
            </a:extLst>
          </p:cNvPr>
          <p:cNvSpPr>
            <a:spLocks noGrp="1"/>
          </p:cNvSpPr>
          <p:nvPr>
            <p:ph type="body" sz="quarter" idx="14"/>
          </p:nvPr>
        </p:nvSpPr>
        <p:spPr/>
        <p:txBody>
          <a:bodyPr/>
          <a:lstStyle/>
          <a:p>
            <a:pPr marL="285750" lvl="0" indent="-285750">
              <a:buFont typeface="Arial" panose="020B0604020202020204" pitchFamily="34" charset="0"/>
              <a:buChar char="•"/>
            </a:pPr>
            <a:r>
              <a:rPr lang="en-US" sz="2400" dirty="0"/>
              <a:t>Sample used: Mirai</a:t>
            </a:r>
          </a:p>
          <a:p>
            <a:pPr marL="742950" lvl="1" indent="-285750">
              <a:buFont typeface="Arial" panose="020B0604020202020204" pitchFamily="34" charset="0"/>
              <a:buChar char="•"/>
            </a:pPr>
            <a:r>
              <a:rPr lang="en-US" sz="2400" dirty="0"/>
              <a:t>Entry method</a:t>
            </a:r>
          </a:p>
          <a:p>
            <a:pPr marL="742950" lvl="1" indent="-285750">
              <a:buFont typeface="Arial" panose="020B0604020202020204" pitchFamily="34" charset="0"/>
              <a:buChar char="•"/>
            </a:pPr>
            <a:r>
              <a:rPr lang="en-US" sz="2400" dirty="0" err="1"/>
              <a:t>findDevicesFunction</a:t>
            </a:r>
            <a:endParaRPr lang="en-US" sz="2400" dirty="0"/>
          </a:p>
          <a:p>
            <a:pPr marL="742950" lvl="1" indent="-285750">
              <a:buFont typeface="Arial" panose="020B0604020202020204" pitchFamily="34" charset="0"/>
              <a:buChar char="•"/>
            </a:pPr>
            <a:r>
              <a:rPr lang="en-US" sz="2400" dirty="0"/>
              <a:t>Socket print</a:t>
            </a:r>
          </a:p>
          <a:p>
            <a:pPr marL="742950" lvl="1" indent="-285750">
              <a:buFont typeface="Arial" panose="020B0604020202020204" pitchFamily="34" charset="0"/>
              <a:buChar char="•"/>
            </a:pPr>
            <a:r>
              <a:rPr lang="en-US" sz="2400" dirty="0"/>
              <a:t>Overload the network</a:t>
            </a:r>
          </a:p>
        </p:txBody>
      </p:sp>
      <p:pic>
        <p:nvPicPr>
          <p:cNvPr id="4" name="Picture 3">
            <a:extLst>
              <a:ext uri="{FF2B5EF4-FFF2-40B4-BE49-F238E27FC236}">
                <a16:creationId xmlns:a16="http://schemas.microsoft.com/office/drawing/2014/main" id="{F352C28F-FAE2-CACC-7C9C-7FA6BFF330B4}"/>
              </a:ext>
            </a:extLst>
          </p:cNvPr>
          <p:cNvPicPr>
            <a:picLocks noChangeAspect="1"/>
          </p:cNvPicPr>
          <p:nvPr/>
        </p:nvPicPr>
        <p:blipFill>
          <a:blip r:embed="rId2"/>
          <a:stretch>
            <a:fillRect/>
          </a:stretch>
        </p:blipFill>
        <p:spPr>
          <a:xfrm>
            <a:off x="5425674" y="840921"/>
            <a:ext cx="5896610" cy="5001260"/>
          </a:xfrm>
          <a:prstGeom prst="rect">
            <a:avLst/>
          </a:prstGeom>
        </p:spPr>
      </p:pic>
      <p:sp>
        <p:nvSpPr>
          <p:cNvPr id="5" name="TextBox 4">
            <a:extLst>
              <a:ext uri="{FF2B5EF4-FFF2-40B4-BE49-F238E27FC236}">
                <a16:creationId xmlns:a16="http://schemas.microsoft.com/office/drawing/2014/main" id="{6DE234C8-1474-19EC-94B8-8B75D6241FEA}"/>
              </a:ext>
            </a:extLst>
          </p:cNvPr>
          <p:cNvSpPr txBox="1"/>
          <p:nvPr/>
        </p:nvSpPr>
        <p:spPr>
          <a:xfrm>
            <a:off x="6528502" y="6007050"/>
            <a:ext cx="4667658" cy="369332"/>
          </a:xfrm>
          <a:prstGeom prst="rect">
            <a:avLst/>
          </a:prstGeom>
          <a:noFill/>
        </p:spPr>
        <p:txBody>
          <a:bodyPr wrap="square" rtlCol="0">
            <a:spAutoFit/>
          </a:bodyPr>
          <a:lstStyle/>
          <a:p>
            <a:r>
              <a:rPr lang="en-US" dirty="0"/>
              <a:t> Screenshot of </a:t>
            </a:r>
            <a:r>
              <a:rPr lang="en-US" dirty="0" err="1"/>
              <a:t>findDevicesFunction</a:t>
            </a:r>
            <a:endParaRPr lang="en-150" dirty="0"/>
          </a:p>
        </p:txBody>
      </p:sp>
    </p:spTree>
    <p:extLst>
      <p:ext uri="{BB962C8B-B14F-4D97-AF65-F5344CB8AC3E}">
        <p14:creationId xmlns:p14="http://schemas.microsoft.com/office/powerpoint/2010/main" val="16927213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0083C-0A5B-92B1-66C3-37EDE5F7AB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22E5EB-31EC-D1F2-2C06-CC48D1AED916}"/>
              </a:ext>
            </a:extLst>
          </p:cNvPr>
          <p:cNvSpPr>
            <a:spLocks noGrp="1"/>
          </p:cNvSpPr>
          <p:nvPr>
            <p:ph type="ctrTitle"/>
          </p:nvPr>
        </p:nvSpPr>
        <p:spPr/>
        <p:txBody>
          <a:bodyPr/>
          <a:lstStyle/>
          <a:p>
            <a:r>
              <a:rPr lang="en-US" dirty="0"/>
              <a:t>Ransomware</a:t>
            </a:r>
            <a:endParaRPr lang="en-150" dirty="0"/>
          </a:p>
        </p:txBody>
      </p:sp>
      <p:sp>
        <p:nvSpPr>
          <p:cNvPr id="3" name="Text Placeholder 2">
            <a:extLst>
              <a:ext uri="{FF2B5EF4-FFF2-40B4-BE49-F238E27FC236}">
                <a16:creationId xmlns:a16="http://schemas.microsoft.com/office/drawing/2014/main" id="{53E2A60B-E41E-318A-6195-1382328FCEAF}"/>
              </a:ext>
            </a:extLst>
          </p:cNvPr>
          <p:cNvSpPr>
            <a:spLocks noGrp="1"/>
          </p:cNvSpPr>
          <p:nvPr>
            <p:ph type="body" sz="quarter" idx="14"/>
          </p:nvPr>
        </p:nvSpPr>
        <p:spPr/>
        <p:txBody>
          <a:bodyPr/>
          <a:lstStyle/>
          <a:p>
            <a:pPr marL="285750" lvl="0" indent="-285750">
              <a:buFont typeface="Arial" panose="020B0604020202020204" pitchFamily="34" charset="0"/>
              <a:buChar char="•"/>
            </a:pPr>
            <a:r>
              <a:rPr lang="en-US" sz="2400" dirty="0"/>
              <a:t>Sample Used: WannaCry</a:t>
            </a:r>
          </a:p>
          <a:p>
            <a:pPr marL="742950" lvl="1" indent="-285750">
              <a:buFont typeface="Arial" panose="020B0604020202020204" pitchFamily="34" charset="0"/>
              <a:buChar char="•"/>
            </a:pPr>
            <a:r>
              <a:rPr lang="en-US" sz="2400" dirty="0"/>
              <a:t>Encryption Evidence</a:t>
            </a:r>
          </a:p>
          <a:p>
            <a:pPr marL="742950" lvl="1" indent="-285750">
              <a:buFont typeface="Arial" panose="020B0604020202020204" pitchFamily="34" charset="0"/>
              <a:buChar char="•"/>
            </a:pPr>
            <a:r>
              <a:rPr lang="en-US" sz="2400" dirty="0"/>
              <a:t>Sample mimics </a:t>
            </a:r>
            <a:r>
              <a:rPr lang="en-US" sz="2400" dirty="0" err="1"/>
              <a:t>Cryptolocker</a:t>
            </a:r>
            <a:endParaRPr lang="en-US" sz="2400" dirty="0"/>
          </a:p>
          <a:p>
            <a:pPr marL="742950" lvl="1" indent="-285750">
              <a:buFont typeface="Arial" panose="020B0604020202020204" pitchFamily="34" charset="0"/>
              <a:buChar char="•"/>
            </a:pPr>
            <a:endParaRPr lang="en-US" sz="2400" dirty="0"/>
          </a:p>
          <a:p>
            <a:pPr marL="285750" lvl="0" indent="-285750">
              <a:buFont typeface="Arial" panose="020B0604020202020204" pitchFamily="34" charset="0"/>
              <a:buChar char="•"/>
            </a:pPr>
            <a:endParaRPr lang="en-150" dirty="0"/>
          </a:p>
        </p:txBody>
      </p:sp>
      <p:pic>
        <p:nvPicPr>
          <p:cNvPr id="4" name="Picture 3">
            <a:extLst>
              <a:ext uri="{FF2B5EF4-FFF2-40B4-BE49-F238E27FC236}">
                <a16:creationId xmlns:a16="http://schemas.microsoft.com/office/drawing/2014/main" id="{83346EFF-41DA-D2B6-9E25-05478C0521C9}"/>
              </a:ext>
            </a:extLst>
          </p:cNvPr>
          <p:cNvPicPr>
            <a:picLocks noChangeAspect="1"/>
          </p:cNvPicPr>
          <p:nvPr/>
        </p:nvPicPr>
        <p:blipFill>
          <a:blip r:embed="rId2"/>
          <a:stretch>
            <a:fillRect/>
          </a:stretch>
        </p:blipFill>
        <p:spPr>
          <a:xfrm>
            <a:off x="6096000" y="1342197"/>
            <a:ext cx="5943600" cy="3569335"/>
          </a:xfrm>
          <a:prstGeom prst="rect">
            <a:avLst/>
          </a:prstGeom>
        </p:spPr>
      </p:pic>
      <p:sp>
        <p:nvSpPr>
          <p:cNvPr id="5" name="TextBox 4">
            <a:extLst>
              <a:ext uri="{FF2B5EF4-FFF2-40B4-BE49-F238E27FC236}">
                <a16:creationId xmlns:a16="http://schemas.microsoft.com/office/drawing/2014/main" id="{27750A72-1CD1-28DE-9713-BA35680AEFDC}"/>
              </a:ext>
            </a:extLst>
          </p:cNvPr>
          <p:cNvSpPr txBox="1"/>
          <p:nvPr/>
        </p:nvSpPr>
        <p:spPr>
          <a:xfrm>
            <a:off x="7034048" y="5136840"/>
            <a:ext cx="4067503" cy="369332"/>
          </a:xfrm>
          <a:prstGeom prst="rect">
            <a:avLst/>
          </a:prstGeom>
          <a:noFill/>
        </p:spPr>
        <p:txBody>
          <a:bodyPr wrap="square" rtlCol="0">
            <a:spAutoFit/>
          </a:bodyPr>
          <a:lstStyle/>
          <a:p>
            <a:r>
              <a:rPr lang="en-US" dirty="0"/>
              <a:t>Screenshot of crypt search.</a:t>
            </a:r>
            <a:endParaRPr lang="en-150" dirty="0"/>
          </a:p>
        </p:txBody>
      </p:sp>
    </p:spTree>
    <p:extLst>
      <p:ext uri="{BB962C8B-B14F-4D97-AF65-F5344CB8AC3E}">
        <p14:creationId xmlns:p14="http://schemas.microsoft.com/office/powerpoint/2010/main" val="37766991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77E89-2564-12E3-F504-8BC47B5853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7867E6-0B8C-564B-368B-56971A9EA638}"/>
              </a:ext>
            </a:extLst>
          </p:cNvPr>
          <p:cNvSpPr>
            <a:spLocks noGrp="1"/>
          </p:cNvSpPr>
          <p:nvPr>
            <p:ph type="ctrTitle"/>
          </p:nvPr>
        </p:nvSpPr>
        <p:spPr/>
        <p:txBody>
          <a:bodyPr/>
          <a:lstStyle/>
          <a:p>
            <a:r>
              <a:rPr lang="en-US" dirty="0"/>
              <a:t>Trojans</a:t>
            </a:r>
            <a:endParaRPr lang="en-150" dirty="0"/>
          </a:p>
        </p:txBody>
      </p:sp>
      <p:sp>
        <p:nvSpPr>
          <p:cNvPr id="3" name="Text Placeholder 2">
            <a:extLst>
              <a:ext uri="{FF2B5EF4-FFF2-40B4-BE49-F238E27FC236}">
                <a16:creationId xmlns:a16="http://schemas.microsoft.com/office/drawing/2014/main" id="{8A75BA4B-4E14-54DF-36FF-8FEEB53B5C90}"/>
              </a:ext>
            </a:extLst>
          </p:cNvPr>
          <p:cNvSpPr>
            <a:spLocks noGrp="1"/>
          </p:cNvSpPr>
          <p:nvPr>
            <p:ph type="body" sz="quarter" idx="14"/>
          </p:nvPr>
        </p:nvSpPr>
        <p:spPr/>
        <p:txBody>
          <a:bodyPr/>
          <a:lstStyle/>
          <a:p>
            <a:pPr marL="285750" lvl="0" indent="-285750">
              <a:buFont typeface="Arial" panose="020B0604020202020204" pitchFamily="34" charset="0"/>
              <a:buChar char="•"/>
            </a:pPr>
            <a:r>
              <a:rPr lang="en-US" sz="2400" dirty="0"/>
              <a:t>Sample Used: </a:t>
            </a:r>
            <a:r>
              <a:rPr lang="en-US" sz="2400" dirty="0" err="1"/>
              <a:t>Emotet</a:t>
            </a:r>
            <a:endParaRPr lang="en-US" sz="2400" dirty="0"/>
          </a:p>
          <a:p>
            <a:pPr marL="742950" lvl="1" indent="-285750">
              <a:buFont typeface="Arial" panose="020B0604020202020204" pitchFamily="34" charset="0"/>
              <a:buChar char="•"/>
            </a:pPr>
            <a:r>
              <a:rPr lang="en-US" sz="2400" dirty="0"/>
              <a:t>Framework for other Trojans</a:t>
            </a:r>
          </a:p>
          <a:p>
            <a:pPr marL="742950" lvl="1" indent="-285750">
              <a:buFont typeface="Arial" panose="020B0604020202020204" pitchFamily="34" charset="0"/>
              <a:buChar char="•"/>
            </a:pPr>
            <a:r>
              <a:rPr lang="en-US" sz="2400" dirty="0"/>
              <a:t>fun6111 (strings)</a:t>
            </a:r>
          </a:p>
          <a:p>
            <a:pPr marL="1200150" lvl="2" indent="-285750">
              <a:buFont typeface="Arial" panose="020B0604020202020204" pitchFamily="34" charset="0"/>
              <a:buChar char="•"/>
            </a:pPr>
            <a:r>
              <a:rPr lang="en-US" sz="2400" dirty="0"/>
              <a:t>Encryption of API calls</a:t>
            </a:r>
          </a:p>
          <a:p>
            <a:pPr marL="1200150" lvl="2" indent="-285750">
              <a:buFont typeface="Arial" panose="020B0604020202020204" pitchFamily="34" charset="0"/>
              <a:buChar char="•"/>
            </a:pPr>
            <a:r>
              <a:rPr lang="en-US" sz="2400" dirty="0"/>
              <a:t>For loop call that scrambles data</a:t>
            </a:r>
          </a:p>
          <a:p>
            <a:pPr marL="742950" lvl="1" indent="-285750">
              <a:buFont typeface="Arial" panose="020B0604020202020204" pitchFamily="34" charset="0"/>
              <a:buChar char="•"/>
            </a:pPr>
            <a:r>
              <a:rPr lang="en-US" sz="2400" dirty="0"/>
              <a:t>Banking applications</a:t>
            </a:r>
          </a:p>
        </p:txBody>
      </p:sp>
      <p:pic>
        <p:nvPicPr>
          <p:cNvPr id="4" name="Picture 3">
            <a:extLst>
              <a:ext uri="{FF2B5EF4-FFF2-40B4-BE49-F238E27FC236}">
                <a16:creationId xmlns:a16="http://schemas.microsoft.com/office/drawing/2014/main" id="{78027009-C56C-E74F-C792-4C0E2221AB2E}"/>
              </a:ext>
            </a:extLst>
          </p:cNvPr>
          <p:cNvPicPr>
            <a:picLocks noChangeAspect="1"/>
          </p:cNvPicPr>
          <p:nvPr/>
        </p:nvPicPr>
        <p:blipFill>
          <a:blip r:embed="rId2"/>
          <a:stretch>
            <a:fillRect/>
          </a:stretch>
        </p:blipFill>
        <p:spPr>
          <a:xfrm>
            <a:off x="7354553" y="2405062"/>
            <a:ext cx="2905125" cy="2047875"/>
          </a:xfrm>
          <a:prstGeom prst="rect">
            <a:avLst/>
          </a:prstGeom>
        </p:spPr>
      </p:pic>
      <p:pic>
        <p:nvPicPr>
          <p:cNvPr id="5" name="Picture 4">
            <a:extLst>
              <a:ext uri="{FF2B5EF4-FFF2-40B4-BE49-F238E27FC236}">
                <a16:creationId xmlns:a16="http://schemas.microsoft.com/office/drawing/2014/main" id="{94E93E9E-05CE-23C5-79E1-206DAF62D029}"/>
              </a:ext>
            </a:extLst>
          </p:cNvPr>
          <p:cNvPicPr>
            <a:picLocks noChangeAspect="1"/>
          </p:cNvPicPr>
          <p:nvPr/>
        </p:nvPicPr>
        <p:blipFill>
          <a:blip r:embed="rId3"/>
          <a:stretch>
            <a:fillRect/>
          </a:stretch>
        </p:blipFill>
        <p:spPr>
          <a:xfrm>
            <a:off x="5977872" y="840921"/>
            <a:ext cx="5658485" cy="790575"/>
          </a:xfrm>
          <a:prstGeom prst="rect">
            <a:avLst/>
          </a:prstGeom>
        </p:spPr>
      </p:pic>
      <p:sp>
        <p:nvSpPr>
          <p:cNvPr id="6" name="TextBox 5">
            <a:extLst>
              <a:ext uri="{FF2B5EF4-FFF2-40B4-BE49-F238E27FC236}">
                <a16:creationId xmlns:a16="http://schemas.microsoft.com/office/drawing/2014/main" id="{42CAD8B3-D07D-E13E-4F81-CCCE3A9BD4C8}"/>
              </a:ext>
            </a:extLst>
          </p:cNvPr>
          <p:cNvSpPr txBox="1"/>
          <p:nvPr/>
        </p:nvSpPr>
        <p:spPr>
          <a:xfrm>
            <a:off x="7031389" y="1948106"/>
            <a:ext cx="3551450" cy="369332"/>
          </a:xfrm>
          <a:prstGeom prst="rect">
            <a:avLst/>
          </a:prstGeom>
          <a:noFill/>
        </p:spPr>
        <p:txBody>
          <a:bodyPr wrap="square" rtlCol="0">
            <a:spAutoFit/>
          </a:bodyPr>
          <a:lstStyle/>
          <a:p>
            <a:r>
              <a:rPr lang="en-US" dirty="0"/>
              <a:t>Encryption method for API calls</a:t>
            </a:r>
            <a:endParaRPr lang="en-150" dirty="0"/>
          </a:p>
        </p:txBody>
      </p:sp>
      <p:sp>
        <p:nvSpPr>
          <p:cNvPr id="7" name="TextBox 6">
            <a:extLst>
              <a:ext uri="{FF2B5EF4-FFF2-40B4-BE49-F238E27FC236}">
                <a16:creationId xmlns:a16="http://schemas.microsoft.com/office/drawing/2014/main" id="{EC3C44F9-0FA7-2534-45FF-23DB828D4223}"/>
              </a:ext>
            </a:extLst>
          </p:cNvPr>
          <p:cNvSpPr txBox="1"/>
          <p:nvPr/>
        </p:nvSpPr>
        <p:spPr>
          <a:xfrm>
            <a:off x="7535857" y="4850645"/>
            <a:ext cx="2905125" cy="369332"/>
          </a:xfrm>
          <a:prstGeom prst="rect">
            <a:avLst/>
          </a:prstGeom>
          <a:noFill/>
        </p:spPr>
        <p:txBody>
          <a:bodyPr wrap="square" rtlCol="0">
            <a:spAutoFit/>
          </a:bodyPr>
          <a:lstStyle/>
          <a:p>
            <a:r>
              <a:rPr lang="en-US" dirty="0"/>
              <a:t>Methods calling API encrypt</a:t>
            </a:r>
            <a:endParaRPr lang="en-150" dirty="0"/>
          </a:p>
        </p:txBody>
      </p:sp>
    </p:spTree>
    <p:extLst>
      <p:ext uri="{BB962C8B-B14F-4D97-AF65-F5344CB8AC3E}">
        <p14:creationId xmlns:p14="http://schemas.microsoft.com/office/powerpoint/2010/main" val="26009165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ECC35-3619-9201-7863-8DAFC2E874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A01DF5-DE4E-D8B4-35B9-3D9D63C4A04B}"/>
              </a:ext>
            </a:extLst>
          </p:cNvPr>
          <p:cNvSpPr>
            <a:spLocks noGrp="1"/>
          </p:cNvSpPr>
          <p:nvPr>
            <p:ph type="ctrTitle"/>
          </p:nvPr>
        </p:nvSpPr>
        <p:spPr/>
        <p:txBody>
          <a:bodyPr/>
          <a:lstStyle/>
          <a:p>
            <a:r>
              <a:rPr lang="en-US" dirty="0"/>
              <a:t>Trojans cont.</a:t>
            </a:r>
            <a:endParaRPr lang="en-150" dirty="0"/>
          </a:p>
        </p:txBody>
      </p:sp>
      <p:sp>
        <p:nvSpPr>
          <p:cNvPr id="3" name="Text Placeholder 2">
            <a:extLst>
              <a:ext uri="{FF2B5EF4-FFF2-40B4-BE49-F238E27FC236}">
                <a16:creationId xmlns:a16="http://schemas.microsoft.com/office/drawing/2014/main" id="{A16356CA-D962-587F-6EAE-0193BBBAAC96}"/>
              </a:ext>
            </a:extLst>
          </p:cNvPr>
          <p:cNvSpPr>
            <a:spLocks noGrp="1"/>
          </p:cNvSpPr>
          <p:nvPr>
            <p:ph type="body" sz="quarter" idx="14"/>
          </p:nvPr>
        </p:nvSpPr>
        <p:spPr/>
        <p:txBody>
          <a:bodyPr/>
          <a:lstStyle/>
          <a:p>
            <a:pPr marL="285750" lvl="0" indent="-285750">
              <a:buFont typeface="Arial" panose="020B0604020202020204" pitchFamily="34" charset="0"/>
              <a:buChar char="•"/>
            </a:pPr>
            <a:r>
              <a:rPr lang="en-US" sz="2400" dirty="0"/>
              <a:t>Sample Used: </a:t>
            </a:r>
            <a:r>
              <a:rPr lang="en-US" sz="2400" dirty="0" err="1"/>
              <a:t>TrickBot</a:t>
            </a:r>
            <a:endParaRPr lang="en-US" sz="2400" dirty="0"/>
          </a:p>
          <a:p>
            <a:pPr marL="742950" lvl="1" indent="-285750">
              <a:buFont typeface="Arial" panose="020B0604020202020204" pitchFamily="34" charset="0"/>
              <a:buChar char="•"/>
            </a:pPr>
            <a:r>
              <a:rPr lang="en-US" sz="2400" dirty="0"/>
              <a:t>Utilizes </a:t>
            </a:r>
            <a:r>
              <a:rPr lang="en-US" sz="2400" dirty="0" err="1"/>
              <a:t>Emotet</a:t>
            </a:r>
            <a:endParaRPr lang="en-US" sz="2400" dirty="0"/>
          </a:p>
          <a:p>
            <a:pPr marL="742950" lvl="1" indent="-285750">
              <a:buFont typeface="Arial" panose="020B0604020202020204" pitchFamily="34" charset="0"/>
              <a:buChar char="•"/>
            </a:pPr>
            <a:r>
              <a:rPr lang="en-US" sz="2400" dirty="0" err="1"/>
              <a:t>interestingA</a:t>
            </a:r>
            <a:r>
              <a:rPr lang="en-US" sz="2400" dirty="0"/>
              <a:t> method</a:t>
            </a:r>
          </a:p>
          <a:p>
            <a:pPr marL="1200150" lvl="2" indent="-285750">
              <a:buFont typeface="Arial" panose="020B0604020202020204" pitchFamily="34" charset="0"/>
              <a:buChar char="•"/>
            </a:pPr>
            <a:r>
              <a:rPr lang="en-US" sz="2400" dirty="0"/>
              <a:t>kernel32 and </a:t>
            </a:r>
            <a:r>
              <a:rPr lang="en-US" sz="2400" dirty="0" err="1"/>
              <a:t>ntdll</a:t>
            </a:r>
            <a:r>
              <a:rPr lang="en-US" sz="2400" dirty="0"/>
              <a:t> calls</a:t>
            </a:r>
          </a:p>
          <a:p>
            <a:pPr lvl="0"/>
            <a:endParaRPr lang="en-150" dirty="0"/>
          </a:p>
        </p:txBody>
      </p:sp>
      <p:pic>
        <p:nvPicPr>
          <p:cNvPr id="4" name="Picture 3">
            <a:extLst>
              <a:ext uri="{FF2B5EF4-FFF2-40B4-BE49-F238E27FC236}">
                <a16:creationId xmlns:a16="http://schemas.microsoft.com/office/drawing/2014/main" id="{BE34987E-4E75-CB4A-EC0B-D92BFE2B7DFD}"/>
              </a:ext>
            </a:extLst>
          </p:cNvPr>
          <p:cNvPicPr>
            <a:picLocks noChangeAspect="1"/>
          </p:cNvPicPr>
          <p:nvPr/>
        </p:nvPicPr>
        <p:blipFill>
          <a:blip r:embed="rId2"/>
          <a:stretch>
            <a:fillRect/>
          </a:stretch>
        </p:blipFill>
        <p:spPr>
          <a:xfrm>
            <a:off x="6274851" y="1342197"/>
            <a:ext cx="5191760" cy="1885950"/>
          </a:xfrm>
          <a:prstGeom prst="rect">
            <a:avLst/>
          </a:prstGeom>
        </p:spPr>
      </p:pic>
      <p:sp>
        <p:nvSpPr>
          <p:cNvPr id="5" name="TextBox 4">
            <a:extLst>
              <a:ext uri="{FF2B5EF4-FFF2-40B4-BE49-F238E27FC236}">
                <a16:creationId xmlns:a16="http://schemas.microsoft.com/office/drawing/2014/main" id="{37A31AA1-8E91-99DB-8DFC-7F7EFB5919EA}"/>
              </a:ext>
            </a:extLst>
          </p:cNvPr>
          <p:cNvSpPr txBox="1"/>
          <p:nvPr/>
        </p:nvSpPr>
        <p:spPr>
          <a:xfrm>
            <a:off x="6380800" y="3615390"/>
            <a:ext cx="4979861" cy="369332"/>
          </a:xfrm>
          <a:prstGeom prst="rect">
            <a:avLst/>
          </a:prstGeom>
          <a:noFill/>
        </p:spPr>
        <p:txBody>
          <a:bodyPr wrap="square" rtlCol="0">
            <a:spAutoFit/>
          </a:bodyPr>
          <a:lstStyle/>
          <a:p>
            <a:r>
              <a:rPr lang="en-US" dirty="0"/>
              <a:t>API calls similar to Emotet in method</a:t>
            </a:r>
            <a:endParaRPr lang="en-150" dirty="0"/>
          </a:p>
        </p:txBody>
      </p:sp>
    </p:spTree>
    <p:extLst>
      <p:ext uri="{BB962C8B-B14F-4D97-AF65-F5344CB8AC3E}">
        <p14:creationId xmlns:p14="http://schemas.microsoft.com/office/powerpoint/2010/main" val="26745213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CB8A0-1FAC-44B8-599F-163B478ACE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8C3D84-54FA-A94B-71BF-EB177DE67C31}"/>
              </a:ext>
            </a:extLst>
          </p:cNvPr>
          <p:cNvSpPr>
            <a:spLocks noGrp="1"/>
          </p:cNvSpPr>
          <p:nvPr>
            <p:ph type="ctrTitle"/>
          </p:nvPr>
        </p:nvSpPr>
        <p:spPr/>
        <p:txBody>
          <a:bodyPr/>
          <a:lstStyle/>
          <a:p>
            <a:r>
              <a:rPr lang="en-US" dirty="0"/>
              <a:t>Trojans cont.</a:t>
            </a:r>
            <a:endParaRPr lang="en-150" dirty="0"/>
          </a:p>
        </p:txBody>
      </p:sp>
      <p:sp>
        <p:nvSpPr>
          <p:cNvPr id="3" name="Text Placeholder 2">
            <a:extLst>
              <a:ext uri="{FF2B5EF4-FFF2-40B4-BE49-F238E27FC236}">
                <a16:creationId xmlns:a16="http://schemas.microsoft.com/office/drawing/2014/main" id="{3E5736AA-6FC5-5127-CEC9-9761E02E1DC7}"/>
              </a:ext>
            </a:extLst>
          </p:cNvPr>
          <p:cNvSpPr>
            <a:spLocks noGrp="1"/>
          </p:cNvSpPr>
          <p:nvPr>
            <p:ph type="body" sz="quarter" idx="14"/>
          </p:nvPr>
        </p:nvSpPr>
        <p:spPr/>
        <p:txBody>
          <a:bodyPr/>
          <a:lstStyle/>
          <a:p>
            <a:pPr marL="285750" lvl="0" indent="-285750">
              <a:buFont typeface="Arial" panose="020B0604020202020204" pitchFamily="34" charset="0"/>
              <a:buChar char="•"/>
            </a:pPr>
            <a:r>
              <a:rPr lang="en-US" sz="2400" dirty="0"/>
              <a:t>Sample Used: </a:t>
            </a:r>
            <a:r>
              <a:rPr lang="en-US" sz="2400" dirty="0" err="1"/>
              <a:t>AlmondRAT</a:t>
            </a:r>
            <a:endParaRPr lang="en-US" sz="2400" dirty="0"/>
          </a:p>
          <a:p>
            <a:pPr marL="742950" lvl="1" indent="-285750">
              <a:buFont typeface="Arial" panose="020B0604020202020204" pitchFamily="34" charset="0"/>
              <a:buChar char="•"/>
            </a:pPr>
            <a:r>
              <a:rPr lang="en-US" sz="2400" dirty="0"/>
              <a:t>Remote Access</a:t>
            </a:r>
          </a:p>
          <a:p>
            <a:pPr marL="742950" lvl="1" indent="-285750">
              <a:buFont typeface="Arial" panose="020B0604020202020204" pitchFamily="34" charset="0"/>
              <a:buChar char="•"/>
            </a:pPr>
            <a:r>
              <a:rPr lang="en-US" sz="2400" dirty="0" err="1"/>
              <a:t>CipherText</a:t>
            </a:r>
            <a:endParaRPr lang="en-US" sz="2400" dirty="0"/>
          </a:p>
          <a:p>
            <a:pPr marL="1200150" lvl="2" indent="-285750">
              <a:buFont typeface="Arial" panose="020B0604020202020204" pitchFamily="34" charset="0"/>
              <a:buChar char="•"/>
            </a:pPr>
            <a:r>
              <a:rPr lang="en-US" sz="2400" dirty="0" err="1"/>
              <a:t>dir</a:t>
            </a:r>
            <a:r>
              <a:rPr lang="en-US" sz="2400" dirty="0"/>
              <a:t>*, download, upload, delete, </a:t>
            </a:r>
            <a:r>
              <a:rPr lang="en-US" sz="2400" dirty="0" err="1"/>
              <a:t>cmd</a:t>
            </a:r>
            <a:r>
              <a:rPr lang="en-US" sz="2400" dirty="0"/>
              <a:t>~</a:t>
            </a:r>
          </a:p>
          <a:p>
            <a:pPr lvl="0"/>
            <a:endParaRPr lang="en-150" dirty="0"/>
          </a:p>
        </p:txBody>
      </p:sp>
      <p:pic>
        <p:nvPicPr>
          <p:cNvPr id="4" name="Picture 3">
            <a:extLst>
              <a:ext uri="{FF2B5EF4-FFF2-40B4-BE49-F238E27FC236}">
                <a16:creationId xmlns:a16="http://schemas.microsoft.com/office/drawing/2014/main" id="{8A295AF7-6802-245C-B889-9797FBF51EC8}"/>
              </a:ext>
            </a:extLst>
          </p:cNvPr>
          <p:cNvPicPr>
            <a:picLocks noChangeAspect="1"/>
          </p:cNvPicPr>
          <p:nvPr/>
        </p:nvPicPr>
        <p:blipFill>
          <a:blip r:embed="rId2"/>
          <a:stretch>
            <a:fillRect/>
          </a:stretch>
        </p:blipFill>
        <p:spPr>
          <a:xfrm>
            <a:off x="6779840" y="1507066"/>
            <a:ext cx="5048885" cy="1038225"/>
          </a:xfrm>
          <a:prstGeom prst="rect">
            <a:avLst/>
          </a:prstGeom>
        </p:spPr>
      </p:pic>
      <p:sp>
        <p:nvSpPr>
          <p:cNvPr id="5" name="TextBox 4">
            <a:extLst>
              <a:ext uri="{FF2B5EF4-FFF2-40B4-BE49-F238E27FC236}">
                <a16:creationId xmlns:a16="http://schemas.microsoft.com/office/drawing/2014/main" id="{C8CE34C7-053C-7774-3CBB-314CEC1C55D2}"/>
              </a:ext>
            </a:extLst>
          </p:cNvPr>
          <p:cNvSpPr txBox="1"/>
          <p:nvPr/>
        </p:nvSpPr>
        <p:spPr>
          <a:xfrm>
            <a:off x="7985235" y="2766848"/>
            <a:ext cx="3192517" cy="369332"/>
          </a:xfrm>
          <a:prstGeom prst="rect">
            <a:avLst/>
          </a:prstGeom>
          <a:noFill/>
        </p:spPr>
        <p:txBody>
          <a:bodyPr wrap="square" rtlCol="0">
            <a:spAutoFit/>
          </a:bodyPr>
          <a:lstStyle/>
          <a:p>
            <a:r>
              <a:rPr lang="en-US" dirty="0"/>
              <a:t>Decrypt method</a:t>
            </a:r>
            <a:endParaRPr lang="en-150" dirty="0"/>
          </a:p>
        </p:txBody>
      </p:sp>
    </p:spTree>
    <p:extLst>
      <p:ext uri="{BB962C8B-B14F-4D97-AF65-F5344CB8AC3E}">
        <p14:creationId xmlns:p14="http://schemas.microsoft.com/office/powerpoint/2010/main" val="25398429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050C3-2894-53CD-A5AD-D75C08049C86}"/>
            </a:ext>
          </a:extLst>
        </p:cNvPr>
        <p:cNvGrpSpPr/>
        <p:nvPr/>
      </p:nvGrpSpPr>
      <p:grpSpPr>
        <a:xfrm>
          <a:off x="0" y="0"/>
          <a:ext cx="0" cy="0"/>
          <a:chOff x="0" y="0"/>
          <a:chExt cx="0" cy="0"/>
        </a:xfrm>
      </p:grpSpPr>
      <p:pic>
        <p:nvPicPr>
          <p:cNvPr id="19" name="Picture Placeholder 15" descr="People reviewing floor plans">
            <a:extLst>
              <a:ext uri="{FF2B5EF4-FFF2-40B4-BE49-F238E27FC236}">
                <a16:creationId xmlns:a16="http://schemas.microsoft.com/office/drawing/2014/main" id="{E6ABD78B-3D5C-832F-DAE3-7EE80A508271}"/>
              </a:ext>
              <a:ext uri="{C183D7F6-B498-43B3-948B-1728B52AA6E4}">
                <adec:decorative xmlns:adec="http://schemas.microsoft.com/office/drawing/2017/decorative" val="0"/>
              </a:ext>
            </a:extLst>
          </p:cNvPr>
          <p:cNvPicPr>
            <a:picLocks noGrp="1" noChangeAspect="1"/>
          </p:cNvPicPr>
          <p:nvPr>
            <p:ph type="pic" sz="quarter" idx="10"/>
          </p:nvPr>
        </p:nvPicPr>
        <p:blipFill>
          <a:blip r:embed="rId2" cstate="screen">
            <a:duotone>
              <a:prstClr val="black"/>
              <a:schemeClr val="accent3">
                <a:tint val="45000"/>
                <a:satMod val="400000"/>
              </a:schemeClr>
            </a:duotone>
            <a:alphaModFix amt="20000"/>
            <a:extLst>
              <a:ext uri="{BEBA8EAE-BF5A-486C-A8C5-ECC9F3942E4B}">
                <a14:imgProps xmlns:a14="http://schemas.microsoft.com/office/drawing/2010/main">
                  <a14:imgLayer r:embed="rId3">
                    <a14:imgEffect>
                      <a14:brightnessContrast bright="-40000"/>
                    </a14:imgEffect>
                  </a14:imgLayer>
                </a14:imgProps>
              </a:ext>
              <a:ext uri="{28A0092B-C50C-407E-A947-70E740481C1C}">
                <a14:useLocalDpi xmlns:a14="http://schemas.microsoft.com/office/drawing/2010/main"/>
              </a:ext>
            </a:extLst>
          </a:blip>
          <a:srcRect/>
          <a:stretch>
            <a:fillRect/>
          </a:stretch>
        </p:blipFill>
        <p:spPr/>
      </p:pic>
      <p:sp>
        <p:nvSpPr>
          <p:cNvPr id="5" name="Title 4">
            <a:extLst>
              <a:ext uri="{FF2B5EF4-FFF2-40B4-BE49-F238E27FC236}">
                <a16:creationId xmlns:a16="http://schemas.microsoft.com/office/drawing/2014/main" id="{D6C9A3E8-F852-E125-F40C-55F2D651710A}"/>
              </a:ext>
            </a:extLst>
          </p:cNvPr>
          <p:cNvSpPr>
            <a:spLocks noGrp="1"/>
          </p:cNvSpPr>
          <p:nvPr>
            <p:ph type="ctrTitle"/>
          </p:nvPr>
        </p:nvSpPr>
        <p:spPr/>
        <p:txBody>
          <a:bodyPr/>
          <a:lstStyle/>
          <a:p>
            <a:r>
              <a:rPr lang="en-US" dirty="0"/>
              <a:t>Finalized Tree</a:t>
            </a:r>
            <a:endParaRPr lang="en-US" dirty="0">
              <a:solidFill>
                <a:schemeClr val="bg1"/>
              </a:solidFill>
            </a:endParaRPr>
          </a:p>
        </p:txBody>
      </p:sp>
      <p:sp>
        <p:nvSpPr>
          <p:cNvPr id="3" name="Text Placeholder 2">
            <a:extLst>
              <a:ext uri="{FF2B5EF4-FFF2-40B4-BE49-F238E27FC236}">
                <a16:creationId xmlns:a16="http://schemas.microsoft.com/office/drawing/2014/main" id="{252DA339-4E2F-4C5E-8D82-C899CB1F5F10}"/>
              </a:ext>
            </a:extLst>
          </p:cNvPr>
          <p:cNvSpPr>
            <a:spLocks noGrp="1"/>
          </p:cNvSpPr>
          <p:nvPr>
            <p:ph type="body" idx="13"/>
          </p:nvPr>
        </p:nvSpPr>
        <p:spPr/>
        <p:txBody>
          <a:bodyPr/>
          <a:lstStyle/>
          <a:p>
            <a:endParaRPr lang="en-150" dirty="0"/>
          </a:p>
        </p:txBody>
      </p:sp>
    </p:spTree>
    <p:extLst>
      <p:ext uri="{BB962C8B-B14F-4D97-AF65-F5344CB8AC3E}">
        <p14:creationId xmlns:p14="http://schemas.microsoft.com/office/powerpoint/2010/main" val="37042302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7F9C9-DF63-B7E9-DE17-FEF9372B48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11D512-7BD8-360B-1759-DA5E2FB20856}"/>
              </a:ext>
            </a:extLst>
          </p:cNvPr>
          <p:cNvSpPr>
            <a:spLocks noGrp="1"/>
          </p:cNvSpPr>
          <p:nvPr>
            <p:ph type="ctrTitle"/>
          </p:nvPr>
        </p:nvSpPr>
        <p:spPr/>
        <p:txBody>
          <a:bodyPr/>
          <a:lstStyle/>
          <a:p>
            <a:r>
              <a:rPr lang="en-US" dirty="0"/>
              <a:t>Finalized Tree</a:t>
            </a:r>
            <a:endParaRPr lang="en-150" dirty="0"/>
          </a:p>
        </p:txBody>
      </p:sp>
      <p:sp>
        <p:nvSpPr>
          <p:cNvPr id="3" name="Text Placeholder 2">
            <a:extLst>
              <a:ext uri="{FF2B5EF4-FFF2-40B4-BE49-F238E27FC236}">
                <a16:creationId xmlns:a16="http://schemas.microsoft.com/office/drawing/2014/main" id="{DB214792-6E45-EFBD-4828-06BEFE3FFA26}"/>
              </a:ext>
            </a:extLst>
          </p:cNvPr>
          <p:cNvSpPr>
            <a:spLocks noGrp="1"/>
          </p:cNvSpPr>
          <p:nvPr>
            <p:ph type="body" sz="quarter" idx="14"/>
          </p:nvPr>
        </p:nvSpPr>
        <p:spPr>
          <a:xfrm>
            <a:off x="1627322" y="1507066"/>
            <a:ext cx="5077535" cy="4849283"/>
          </a:xfrm>
        </p:spPr>
        <p:txBody>
          <a:bodyPr>
            <a:normAutofit/>
          </a:bodyPr>
          <a:lstStyle/>
          <a:p>
            <a:pPr marL="285750" lvl="0" indent="-285750">
              <a:buFont typeface="Arial" panose="020B0604020202020204" pitchFamily="34" charset="0"/>
              <a:buChar char="•"/>
            </a:pPr>
            <a:r>
              <a:rPr lang="en-US" sz="2400" baseline="-25000" dirty="0"/>
              <a:t>Utilization of Aslan’s categories</a:t>
            </a:r>
          </a:p>
          <a:p>
            <a:pPr marL="285750" lvl="0" indent="-285750">
              <a:buFont typeface="Arial" panose="020B0604020202020204" pitchFamily="34" charset="0"/>
              <a:buChar char="•"/>
            </a:pPr>
            <a:r>
              <a:rPr lang="en-US" sz="2400" baseline="-25000" dirty="0"/>
              <a:t>Re-evaluation from Ghidra analysis</a:t>
            </a:r>
          </a:p>
          <a:p>
            <a:pPr marL="285750" lvl="0" indent="-285750">
              <a:buFont typeface="Arial" panose="020B0604020202020204" pitchFamily="34" charset="0"/>
              <a:buChar char="•"/>
            </a:pPr>
            <a:r>
              <a:rPr lang="en-US" sz="2400" baseline="-25000" dirty="0"/>
              <a:t>Frameworks load samples, both are malicious</a:t>
            </a:r>
            <a:endParaRPr lang="en-150" sz="2400" baseline="-25000" dirty="0"/>
          </a:p>
        </p:txBody>
      </p:sp>
      <p:pic>
        <p:nvPicPr>
          <p:cNvPr id="5" name="Picture 4">
            <a:extLst>
              <a:ext uri="{FF2B5EF4-FFF2-40B4-BE49-F238E27FC236}">
                <a16:creationId xmlns:a16="http://schemas.microsoft.com/office/drawing/2014/main" id="{9D8F37A1-1BF1-4A23-0E09-6D4BB5F4ED21}"/>
              </a:ext>
            </a:extLst>
          </p:cNvPr>
          <p:cNvPicPr>
            <a:picLocks noChangeAspect="1"/>
          </p:cNvPicPr>
          <p:nvPr/>
        </p:nvPicPr>
        <p:blipFill>
          <a:blip r:embed="rId2"/>
          <a:stretch>
            <a:fillRect/>
          </a:stretch>
        </p:blipFill>
        <p:spPr>
          <a:xfrm>
            <a:off x="6942117" y="90021"/>
            <a:ext cx="5077534" cy="6677957"/>
          </a:xfrm>
          <a:prstGeom prst="rect">
            <a:avLst/>
          </a:prstGeom>
        </p:spPr>
      </p:pic>
    </p:spTree>
    <p:extLst>
      <p:ext uri="{BB962C8B-B14F-4D97-AF65-F5344CB8AC3E}">
        <p14:creationId xmlns:p14="http://schemas.microsoft.com/office/powerpoint/2010/main" val="20845689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89897-C1A5-41C6-A5CE-E730F99B5B36}"/>
            </a:ext>
          </a:extLst>
        </p:cNvPr>
        <p:cNvGrpSpPr/>
        <p:nvPr/>
      </p:nvGrpSpPr>
      <p:grpSpPr>
        <a:xfrm>
          <a:off x="0" y="0"/>
          <a:ext cx="0" cy="0"/>
          <a:chOff x="0" y="0"/>
          <a:chExt cx="0" cy="0"/>
        </a:xfrm>
      </p:grpSpPr>
      <p:pic>
        <p:nvPicPr>
          <p:cNvPr id="19" name="Picture Placeholder 15" descr="People reviewing floor plans">
            <a:extLst>
              <a:ext uri="{FF2B5EF4-FFF2-40B4-BE49-F238E27FC236}">
                <a16:creationId xmlns:a16="http://schemas.microsoft.com/office/drawing/2014/main" id="{8E297975-FFF2-5BEE-1D39-5DBB6FBEE5D4}"/>
              </a:ext>
              <a:ext uri="{C183D7F6-B498-43B3-948B-1728B52AA6E4}">
                <adec:decorative xmlns:adec="http://schemas.microsoft.com/office/drawing/2017/decorative" val="0"/>
              </a:ext>
            </a:extLst>
          </p:cNvPr>
          <p:cNvPicPr>
            <a:picLocks noGrp="1" noChangeAspect="1"/>
          </p:cNvPicPr>
          <p:nvPr>
            <p:ph type="pic" sz="quarter" idx="10"/>
          </p:nvPr>
        </p:nvPicPr>
        <p:blipFill>
          <a:blip r:embed="rId2" cstate="screen">
            <a:duotone>
              <a:prstClr val="black"/>
              <a:schemeClr val="accent3">
                <a:tint val="45000"/>
                <a:satMod val="400000"/>
              </a:schemeClr>
            </a:duotone>
            <a:alphaModFix amt="20000"/>
            <a:extLst>
              <a:ext uri="{BEBA8EAE-BF5A-486C-A8C5-ECC9F3942E4B}">
                <a14:imgProps xmlns:a14="http://schemas.microsoft.com/office/drawing/2010/main">
                  <a14:imgLayer r:embed="rId3">
                    <a14:imgEffect>
                      <a14:brightnessContrast bright="-40000"/>
                    </a14:imgEffect>
                  </a14:imgLayer>
                </a14:imgProps>
              </a:ext>
              <a:ext uri="{28A0092B-C50C-407E-A947-70E740481C1C}">
                <a14:useLocalDpi xmlns:a14="http://schemas.microsoft.com/office/drawing/2010/main"/>
              </a:ext>
            </a:extLst>
          </a:blip>
          <a:srcRect/>
          <a:stretch>
            <a:fillRect/>
          </a:stretch>
        </p:blipFill>
        <p:spPr/>
      </p:pic>
      <p:sp>
        <p:nvSpPr>
          <p:cNvPr id="5" name="Title 4">
            <a:extLst>
              <a:ext uri="{FF2B5EF4-FFF2-40B4-BE49-F238E27FC236}">
                <a16:creationId xmlns:a16="http://schemas.microsoft.com/office/drawing/2014/main" id="{DCF140C3-A9A6-6EC1-D336-49F480159784}"/>
              </a:ext>
            </a:extLst>
          </p:cNvPr>
          <p:cNvSpPr>
            <a:spLocks noGrp="1"/>
          </p:cNvSpPr>
          <p:nvPr>
            <p:ph type="ctrTitle"/>
          </p:nvPr>
        </p:nvSpPr>
        <p:spPr>
          <a:xfrm>
            <a:off x="1524000" y="2715790"/>
            <a:ext cx="4991100" cy="2387600"/>
          </a:xfrm>
        </p:spPr>
        <p:txBody>
          <a:bodyPr/>
          <a:lstStyle/>
          <a:p>
            <a:r>
              <a:rPr lang="en-US" dirty="0">
                <a:solidFill>
                  <a:schemeClr val="bg1"/>
                </a:solidFill>
              </a:rPr>
              <a:t>Webpage construction</a:t>
            </a:r>
          </a:p>
        </p:txBody>
      </p:sp>
      <p:sp>
        <p:nvSpPr>
          <p:cNvPr id="3" name="Text Placeholder 2">
            <a:extLst>
              <a:ext uri="{FF2B5EF4-FFF2-40B4-BE49-F238E27FC236}">
                <a16:creationId xmlns:a16="http://schemas.microsoft.com/office/drawing/2014/main" id="{6DBA49B9-7099-7333-3A42-06DF40A6CC54}"/>
              </a:ext>
            </a:extLst>
          </p:cNvPr>
          <p:cNvSpPr>
            <a:spLocks noGrp="1"/>
          </p:cNvSpPr>
          <p:nvPr>
            <p:ph type="body" idx="13"/>
          </p:nvPr>
        </p:nvSpPr>
        <p:spPr/>
        <p:txBody>
          <a:bodyPr/>
          <a:lstStyle/>
          <a:p>
            <a:endParaRPr lang="en-150" dirty="0"/>
          </a:p>
        </p:txBody>
      </p:sp>
    </p:spTree>
    <p:extLst>
      <p:ext uri="{BB962C8B-B14F-4D97-AF65-F5344CB8AC3E}">
        <p14:creationId xmlns:p14="http://schemas.microsoft.com/office/powerpoint/2010/main" val="16527447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A9AB8-16EA-888E-3BEE-D9E6944CE3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9898A8-891D-3FC6-B44C-40162682A70B}"/>
              </a:ext>
            </a:extLst>
          </p:cNvPr>
          <p:cNvSpPr>
            <a:spLocks noGrp="1"/>
          </p:cNvSpPr>
          <p:nvPr>
            <p:ph type="ctrTitle"/>
          </p:nvPr>
        </p:nvSpPr>
        <p:spPr/>
        <p:txBody>
          <a:bodyPr/>
          <a:lstStyle/>
          <a:p>
            <a:r>
              <a:rPr lang="en-US" dirty="0"/>
              <a:t>Webpage const.</a:t>
            </a:r>
            <a:endParaRPr lang="en-150" dirty="0"/>
          </a:p>
        </p:txBody>
      </p:sp>
      <p:sp>
        <p:nvSpPr>
          <p:cNvPr id="3" name="Text Placeholder 2">
            <a:extLst>
              <a:ext uri="{FF2B5EF4-FFF2-40B4-BE49-F238E27FC236}">
                <a16:creationId xmlns:a16="http://schemas.microsoft.com/office/drawing/2014/main" id="{01A5CF37-E458-94ED-4289-6EC277D185CF}"/>
              </a:ext>
            </a:extLst>
          </p:cNvPr>
          <p:cNvSpPr>
            <a:spLocks noGrp="1"/>
          </p:cNvSpPr>
          <p:nvPr>
            <p:ph type="body" sz="quarter" idx="14"/>
          </p:nvPr>
        </p:nvSpPr>
        <p:spPr/>
        <p:txBody>
          <a:bodyPr/>
          <a:lstStyle/>
          <a:p>
            <a:pPr marL="285750" lvl="0" indent="-285750">
              <a:buFont typeface="Arial" panose="020B0604020202020204" pitchFamily="34" charset="0"/>
              <a:buChar char="•"/>
            </a:pPr>
            <a:r>
              <a:rPr lang="en-US" sz="2400" dirty="0"/>
              <a:t>Hosted on GitHub</a:t>
            </a:r>
          </a:p>
          <a:p>
            <a:pPr marL="285750" lvl="0" indent="-285750">
              <a:buFont typeface="Arial" panose="020B0604020202020204" pitchFamily="34" charset="0"/>
              <a:buChar char="•"/>
            </a:pPr>
            <a:r>
              <a:rPr lang="en-US" sz="2400" dirty="0"/>
              <a:t>Utilization of </a:t>
            </a:r>
            <a:r>
              <a:rPr lang="en-US" sz="2400" dirty="0" err="1"/>
              <a:t>json</a:t>
            </a:r>
            <a:r>
              <a:rPr lang="en-US" sz="2400" dirty="0"/>
              <a:t> files for saving.</a:t>
            </a:r>
          </a:p>
          <a:p>
            <a:pPr marL="285750" lvl="0" indent="-285750">
              <a:buFont typeface="Arial" panose="020B0604020202020204" pitchFamily="34" charset="0"/>
              <a:buChar char="•"/>
            </a:pPr>
            <a:r>
              <a:rPr lang="en-US" sz="2400" dirty="0"/>
              <a:t>html, </a:t>
            </a:r>
            <a:r>
              <a:rPr lang="en-US" sz="2400" dirty="0" err="1"/>
              <a:t>css</a:t>
            </a:r>
            <a:r>
              <a:rPr lang="en-US" sz="2400" dirty="0"/>
              <a:t>, </a:t>
            </a:r>
            <a:r>
              <a:rPr lang="en-US" sz="2400" dirty="0" err="1"/>
              <a:t>js</a:t>
            </a:r>
            <a:r>
              <a:rPr lang="en-US" sz="2400" dirty="0"/>
              <a:t> files</a:t>
            </a:r>
          </a:p>
          <a:p>
            <a:pPr marL="285750" lvl="0" indent="-285750">
              <a:buFont typeface="Arial" panose="020B0604020202020204" pitchFamily="34" charset="0"/>
              <a:buChar char="•"/>
            </a:pPr>
            <a:r>
              <a:rPr lang="en-US" sz="2400" dirty="0"/>
              <a:t>Button methods to construct tree</a:t>
            </a:r>
          </a:p>
          <a:p>
            <a:pPr marL="285750" lvl="0" indent="-285750">
              <a:buFont typeface="Arial" panose="020B0604020202020204" pitchFamily="34" charset="0"/>
              <a:buChar char="•"/>
            </a:pPr>
            <a:r>
              <a:rPr lang="en-US" sz="2400" dirty="0"/>
              <a:t>Node Objects</a:t>
            </a:r>
          </a:p>
          <a:p>
            <a:pPr marL="742950" lvl="1" indent="-285750">
              <a:buFont typeface="Arial" panose="020B0604020202020204" pitchFamily="34" charset="0"/>
              <a:buChar char="•"/>
            </a:pPr>
            <a:r>
              <a:rPr lang="en-US" sz="2400" dirty="0"/>
              <a:t>3 buttons</a:t>
            </a:r>
          </a:p>
          <a:p>
            <a:pPr marL="742950" lvl="1" indent="-285750">
              <a:buFont typeface="Arial" panose="020B0604020202020204" pitchFamily="34" charset="0"/>
              <a:buChar char="•"/>
            </a:pPr>
            <a:r>
              <a:rPr lang="en-US" sz="2400" dirty="0"/>
              <a:t>Text fields</a:t>
            </a:r>
          </a:p>
        </p:txBody>
      </p:sp>
    </p:spTree>
    <p:extLst>
      <p:ext uri="{BB962C8B-B14F-4D97-AF65-F5344CB8AC3E}">
        <p14:creationId xmlns:p14="http://schemas.microsoft.com/office/powerpoint/2010/main" val="16676738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27" descr="Woman working at office late at night">
            <a:extLst>
              <a:ext uri="{FF2B5EF4-FFF2-40B4-BE49-F238E27FC236}">
                <a16:creationId xmlns:a16="http://schemas.microsoft.com/office/drawing/2014/main" id="{B7E68695-0DB5-1946-B945-66E677B1128F}"/>
              </a:ext>
            </a:extLst>
          </p:cNvPr>
          <p:cNvPicPr>
            <a:picLocks noGrp="1" noChangeAspect="1"/>
          </p:cNvPicPr>
          <p:nvPr>
            <p:ph type="pic" sz="quarter" idx="13"/>
          </p:nvPr>
        </p:nvPicPr>
        <p:blipFill rotWithShape="1">
          <a:blip r:embed="rId2" cstate="screen">
            <a:duotone>
              <a:prstClr val="black"/>
              <a:schemeClr val="accent3">
                <a:tint val="45000"/>
                <a:satMod val="400000"/>
              </a:schemeClr>
            </a:duotone>
            <a:alphaModFix amt="20000"/>
            <a:extLst>
              <a:ext uri="{BEBA8EAE-BF5A-486C-A8C5-ECC9F3942E4B}">
                <a14:imgProps xmlns:a14="http://schemas.microsoft.com/office/drawing/2010/main">
                  <a14:imgLayer r:embed="rId3">
                    <a14:imgEffect>
                      <a14:brightnessContrast bright="-31000"/>
                    </a14:imgEffect>
                  </a14:imgLayer>
                </a14:imgProps>
              </a:ext>
              <a:ext uri="{28A0092B-C50C-407E-A947-70E740481C1C}">
                <a14:useLocalDpi xmlns:a14="http://schemas.microsoft.com/office/drawing/2010/main"/>
              </a:ext>
            </a:extLst>
          </a:blip>
          <a:srcRect l="4692" r="4692"/>
          <a:stretch/>
        </p:blipFill>
        <p:spPr/>
      </p:pic>
      <p:sp>
        <p:nvSpPr>
          <p:cNvPr id="3" name="Title 2">
            <a:extLst>
              <a:ext uri="{FF2B5EF4-FFF2-40B4-BE49-F238E27FC236}">
                <a16:creationId xmlns:a16="http://schemas.microsoft.com/office/drawing/2014/main" id="{12B178B4-CDED-454C-BED2-2E2B10ADA703}"/>
              </a:ext>
            </a:extLst>
          </p:cNvPr>
          <p:cNvSpPr>
            <a:spLocks noGrp="1"/>
          </p:cNvSpPr>
          <p:nvPr>
            <p:ph type="ctrTitle"/>
          </p:nvPr>
        </p:nvSpPr>
        <p:spPr/>
        <p:txBody>
          <a:bodyPr/>
          <a:lstStyle/>
          <a:p>
            <a:r>
              <a:rPr lang="en-US" dirty="0"/>
              <a:t>Difficulties</a:t>
            </a:r>
          </a:p>
        </p:txBody>
      </p:sp>
      <p:sp>
        <p:nvSpPr>
          <p:cNvPr id="7" name="Text Placeholder 6">
            <a:extLst>
              <a:ext uri="{FF2B5EF4-FFF2-40B4-BE49-F238E27FC236}">
                <a16:creationId xmlns:a16="http://schemas.microsoft.com/office/drawing/2014/main" id="{54E9E228-B02C-3941-B458-23CB2D67B476}"/>
              </a:ext>
            </a:extLst>
          </p:cNvPr>
          <p:cNvSpPr>
            <a:spLocks noGrp="1"/>
          </p:cNvSpPr>
          <p:nvPr>
            <p:ph type="body" sz="quarter" idx="14"/>
          </p:nvPr>
        </p:nvSpPr>
        <p:spPr/>
        <p:txBody>
          <a:bodyPr/>
          <a:lstStyle/>
          <a:p>
            <a:pPr marL="285750" indent="-285750">
              <a:buFont typeface="Arial" panose="020B0604020202020204" pitchFamily="34" charset="0"/>
              <a:buChar char="•"/>
            </a:pPr>
            <a:r>
              <a:rPr lang="en-GB" dirty="0"/>
              <a:t>The malleable nature of the categorization was but one of a list of difficulties that presented during the construction of the malware taxonomy. </a:t>
            </a:r>
          </a:p>
          <a:p>
            <a:pPr marL="285750" indent="-285750">
              <a:buFont typeface="Arial" panose="020B0604020202020204" pitchFamily="34" charset="0"/>
              <a:buChar char="•"/>
            </a:pPr>
            <a:r>
              <a:rPr lang="en-GB" dirty="0"/>
              <a:t>Scope</a:t>
            </a:r>
            <a:endParaRPr lang="en-US" dirty="0"/>
          </a:p>
        </p:txBody>
      </p:sp>
    </p:spTree>
    <p:extLst>
      <p:ext uri="{BB962C8B-B14F-4D97-AF65-F5344CB8AC3E}">
        <p14:creationId xmlns:p14="http://schemas.microsoft.com/office/powerpoint/2010/main" val="30728744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45AFE-39AD-1027-3032-E992548B96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5392D2-7679-54CE-783B-3AEE992119AA}"/>
              </a:ext>
            </a:extLst>
          </p:cNvPr>
          <p:cNvSpPr>
            <a:spLocks noGrp="1"/>
          </p:cNvSpPr>
          <p:nvPr>
            <p:ph type="ctrTitle"/>
          </p:nvPr>
        </p:nvSpPr>
        <p:spPr/>
        <p:txBody>
          <a:bodyPr/>
          <a:lstStyle/>
          <a:p>
            <a:r>
              <a:rPr lang="en-US" dirty="0"/>
              <a:t>Future </a:t>
            </a:r>
            <a:r>
              <a:rPr lang="en-US" dirty="0" err="1"/>
              <a:t>WOrk</a:t>
            </a:r>
            <a:endParaRPr lang="en-150" dirty="0"/>
          </a:p>
        </p:txBody>
      </p:sp>
      <p:sp>
        <p:nvSpPr>
          <p:cNvPr id="3" name="Text Placeholder 2">
            <a:extLst>
              <a:ext uri="{FF2B5EF4-FFF2-40B4-BE49-F238E27FC236}">
                <a16:creationId xmlns:a16="http://schemas.microsoft.com/office/drawing/2014/main" id="{05AB4736-924E-892C-82C4-952DEA03E00B}"/>
              </a:ext>
            </a:extLst>
          </p:cNvPr>
          <p:cNvSpPr>
            <a:spLocks noGrp="1"/>
          </p:cNvSpPr>
          <p:nvPr>
            <p:ph type="body" sz="quarter" idx="14"/>
          </p:nvPr>
        </p:nvSpPr>
        <p:spPr/>
        <p:txBody>
          <a:bodyPr/>
          <a:lstStyle/>
          <a:p>
            <a:pPr marL="285750" lvl="0" indent="-285750">
              <a:buFont typeface="Arial" panose="020B0604020202020204" pitchFamily="34" charset="0"/>
              <a:buChar char="•"/>
            </a:pPr>
            <a:r>
              <a:rPr lang="en-US" dirty="0"/>
              <a:t>The taxonomy as it stands will need expansion and constant revision.</a:t>
            </a:r>
          </a:p>
          <a:p>
            <a:pPr marL="285750" lvl="0" indent="-285750">
              <a:buFont typeface="Arial" panose="020B0604020202020204" pitchFamily="34" charset="0"/>
              <a:buChar char="•"/>
            </a:pPr>
            <a:r>
              <a:rPr lang="en-US" dirty="0"/>
              <a:t>Connect with a third party to network and expand the outreach of this diagram.</a:t>
            </a:r>
          </a:p>
          <a:p>
            <a:pPr marL="285750" lvl="0" indent="-285750">
              <a:buFont typeface="Arial" panose="020B0604020202020204" pitchFamily="34" charset="0"/>
              <a:buChar char="•"/>
            </a:pPr>
            <a:r>
              <a:rPr lang="en-US"/>
              <a:t>Have a </a:t>
            </a:r>
            <a:r>
              <a:rPr lang="en-US" dirty="0"/>
              <a:t>clear format to display the landscape of malware to any layman.</a:t>
            </a:r>
            <a:endParaRPr lang="en-150" dirty="0"/>
          </a:p>
        </p:txBody>
      </p:sp>
    </p:spTree>
    <p:extLst>
      <p:ext uri="{BB962C8B-B14F-4D97-AF65-F5344CB8AC3E}">
        <p14:creationId xmlns:p14="http://schemas.microsoft.com/office/powerpoint/2010/main" val="1452386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1A239-DA04-4CEB-3117-F1A40189F5DD}"/>
            </a:ext>
          </a:extLst>
        </p:cNvPr>
        <p:cNvGrpSpPr/>
        <p:nvPr/>
      </p:nvGrpSpPr>
      <p:grpSpPr>
        <a:xfrm>
          <a:off x="0" y="0"/>
          <a:ext cx="0" cy="0"/>
          <a:chOff x="0" y="0"/>
          <a:chExt cx="0" cy="0"/>
        </a:xfrm>
      </p:grpSpPr>
      <p:pic>
        <p:nvPicPr>
          <p:cNvPr id="19" name="Picture Placeholder 15" descr="People reviewing floor plans">
            <a:extLst>
              <a:ext uri="{FF2B5EF4-FFF2-40B4-BE49-F238E27FC236}">
                <a16:creationId xmlns:a16="http://schemas.microsoft.com/office/drawing/2014/main" id="{6755292A-8BF6-95C1-315C-A90504F10253}"/>
              </a:ext>
              <a:ext uri="{C183D7F6-B498-43B3-948B-1728B52AA6E4}">
                <adec:decorative xmlns:adec="http://schemas.microsoft.com/office/drawing/2017/decorative" val="0"/>
              </a:ext>
            </a:extLst>
          </p:cNvPr>
          <p:cNvPicPr>
            <a:picLocks noGrp="1" noChangeAspect="1"/>
          </p:cNvPicPr>
          <p:nvPr>
            <p:ph type="pic" sz="quarter" idx="10"/>
          </p:nvPr>
        </p:nvPicPr>
        <p:blipFill>
          <a:blip r:embed="rId2" cstate="screen">
            <a:duotone>
              <a:prstClr val="black"/>
              <a:schemeClr val="accent3">
                <a:tint val="45000"/>
                <a:satMod val="400000"/>
              </a:schemeClr>
            </a:duotone>
            <a:alphaModFix amt="20000"/>
            <a:extLst>
              <a:ext uri="{BEBA8EAE-BF5A-486C-A8C5-ECC9F3942E4B}">
                <a14:imgProps xmlns:a14="http://schemas.microsoft.com/office/drawing/2010/main">
                  <a14:imgLayer r:embed="rId3">
                    <a14:imgEffect>
                      <a14:brightnessContrast bright="-40000"/>
                    </a14:imgEffect>
                  </a14:imgLayer>
                </a14:imgProps>
              </a:ext>
              <a:ext uri="{28A0092B-C50C-407E-A947-70E740481C1C}">
                <a14:useLocalDpi xmlns:a14="http://schemas.microsoft.com/office/drawing/2010/main"/>
              </a:ext>
            </a:extLst>
          </a:blip>
          <a:srcRect/>
          <a:stretch>
            <a:fillRect/>
          </a:stretch>
        </p:blipFill>
        <p:spPr/>
      </p:pic>
      <p:sp>
        <p:nvSpPr>
          <p:cNvPr id="5" name="Title 4">
            <a:extLst>
              <a:ext uri="{FF2B5EF4-FFF2-40B4-BE49-F238E27FC236}">
                <a16:creationId xmlns:a16="http://schemas.microsoft.com/office/drawing/2014/main" id="{62CA18E0-E6FA-81A6-448C-83476AF63777}"/>
              </a:ext>
            </a:extLst>
          </p:cNvPr>
          <p:cNvSpPr>
            <a:spLocks noGrp="1"/>
          </p:cNvSpPr>
          <p:nvPr>
            <p:ph type="ctrTitle"/>
          </p:nvPr>
        </p:nvSpPr>
        <p:spPr>
          <a:xfrm>
            <a:off x="1524000" y="2715790"/>
            <a:ext cx="4991100" cy="2387600"/>
          </a:xfrm>
        </p:spPr>
        <p:txBody>
          <a:bodyPr/>
          <a:lstStyle/>
          <a:p>
            <a:r>
              <a:rPr lang="en-US" dirty="0"/>
              <a:t>Q&amp;A</a:t>
            </a:r>
            <a:endParaRPr lang="en-US" dirty="0">
              <a:solidFill>
                <a:schemeClr val="bg1"/>
              </a:solidFill>
            </a:endParaRPr>
          </a:p>
        </p:txBody>
      </p:sp>
      <p:sp>
        <p:nvSpPr>
          <p:cNvPr id="3" name="Text Placeholder 2">
            <a:extLst>
              <a:ext uri="{FF2B5EF4-FFF2-40B4-BE49-F238E27FC236}">
                <a16:creationId xmlns:a16="http://schemas.microsoft.com/office/drawing/2014/main" id="{D5CCFE5C-CED7-D7E9-0481-1B6E7D4E4768}"/>
              </a:ext>
            </a:extLst>
          </p:cNvPr>
          <p:cNvSpPr>
            <a:spLocks noGrp="1"/>
          </p:cNvSpPr>
          <p:nvPr>
            <p:ph type="body" idx="13"/>
          </p:nvPr>
        </p:nvSpPr>
        <p:spPr/>
        <p:txBody>
          <a:bodyPr/>
          <a:lstStyle/>
          <a:p>
            <a:endParaRPr lang="en-150" dirty="0"/>
          </a:p>
        </p:txBody>
      </p:sp>
    </p:spTree>
    <p:extLst>
      <p:ext uri="{BB962C8B-B14F-4D97-AF65-F5344CB8AC3E}">
        <p14:creationId xmlns:p14="http://schemas.microsoft.com/office/powerpoint/2010/main" val="2602996050"/>
      </p:ext>
    </p:extLst>
  </p:cSld>
  <p:clrMapOvr>
    <a:masterClrMapping/>
  </p:clrMapOvr>
</p:sld>
</file>

<file path=ppt/theme/theme1.xml><?xml version="1.0" encoding="utf-8"?>
<a:theme xmlns:a="http://schemas.openxmlformats.org/drawingml/2006/main" name="Office Theme">
  <a:themeElements>
    <a:clrScheme name="Cool">
      <a:dk1>
        <a:srgbClr val="000000"/>
      </a:dk1>
      <a:lt1>
        <a:srgbClr val="FFFFFF"/>
      </a:lt1>
      <a:dk2>
        <a:srgbClr val="464646"/>
      </a:dk2>
      <a:lt2>
        <a:srgbClr val="FFFFFF"/>
      </a:lt2>
      <a:accent1>
        <a:srgbClr val="15D1BB"/>
      </a:accent1>
      <a:accent2>
        <a:srgbClr val="0FB4DB"/>
      </a:accent2>
      <a:accent3>
        <a:srgbClr val="0D81BB"/>
      </a:accent3>
      <a:accent4>
        <a:srgbClr val="045FC4"/>
      </a:accent4>
      <a:accent5>
        <a:srgbClr val="953FF3"/>
      </a:accent5>
      <a:accent6>
        <a:srgbClr val="C03EF4"/>
      </a:accent6>
      <a:hlink>
        <a:srgbClr val="8F8F8F"/>
      </a:hlink>
      <a:folHlink>
        <a:srgbClr val="A5A5A5"/>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Your Title goes Here" id="{216E2A47-1B33-481B-B469-F891BA0BB112}" vid="{A834A686-415F-444B-99EF-70560C1C6F1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Modern clean sophisticated presentation</Template>
  <TotalTime>0</TotalTime>
  <Words>645</Words>
  <Application>Microsoft Office PowerPoint</Application>
  <PresentationFormat>Widescreen</PresentationFormat>
  <Paragraphs>119</Paragraphs>
  <Slides>27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Calibri Light</vt:lpstr>
      <vt:lpstr>Sagona ExtraLight</vt:lpstr>
      <vt:lpstr>Speak Pro</vt:lpstr>
      <vt:lpstr>Office Theme</vt:lpstr>
      <vt:lpstr>Malware Taxonomy Construction</vt:lpstr>
      <vt:lpstr>introduction</vt:lpstr>
      <vt:lpstr>Aims</vt:lpstr>
      <vt:lpstr>Taxonomy</vt:lpstr>
      <vt:lpstr>What is a Taxonomy?</vt:lpstr>
      <vt:lpstr>Cyber Security taxonomy</vt:lpstr>
      <vt:lpstr>How to make a taxonomy</vt:lpstr>
      <vt:lpstr>The Malware Taxonomy</vt:lpstr>
      <vt:lpstr>Malware Detection</vt:lpstr>
      <vt:lpstr>Detection</vt:lpstr>
      <vt:lpstr>Detection</vt:lpstr>
      <vt:lpstr>Environment setup </vt:lpstr>
      <vt:lpstr>Environment setup</vt:lpstr>
      <vt:lpstr>Environment Setup</vt:lpstr>
      <vt:lpstr>Ghidra Analysis</vt:lpstr>
      <vt:lpstr>IoT Botnet</vt:lpstr>
      <vt:lpstr>Ransomware</vt:lpstr>
      <vt:lpstr>Trojans</vt:lpstr>
      <vt:lpstr>Trojans cont.</vt:lpstr>
      <vt:lpstr>Trojans cont.</vt:lpstr>
      <vt:lpstr>Finalized Tree</vt:lpstr>
      <vt:lpstr>Finalized Tree</vt:lpstr>
      <vt:lpstr>Webpage construction</vt:lpstr>
      <vt:lpstr>Webpage const.</vt:lpstr>
      <vt:lpstr>Difficulties</vt:lpstr>
      <vt:lpstr>Future WOrk</vt:lpstr>
      <vt:lpstr>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Annie Place</dc:creator>
  <cp:lastModifiedBy>Annie Place</cp:lastModifiedBy>
  <cp:revision>60</cp:revision>
  <dcterms:created xsi:type="dcterms:W3CDTF">2026-04-16T10:28:23Z</dcterms:created>
  <dcterms:modified xsi:type="dcterms:W3CDTF">2026-05-05T08:09:53Z</dcterms:modified>
</cp:coreProperties>
</file>