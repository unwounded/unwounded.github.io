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3"/>
  </p:sldMasterIdLst>
  <p:notesMasterIdLst>
    <p:notesMasterId r:id="rId5"/>
  </p:notesMasterIdLst>
  <p:handoutMasterIdLst>
    <p:handoutMasterId r:id="rId6"/>
  </p:handoutMasterIdLst>
  <p:sldIdLst>
    <p:sldId id="267" r:id="rId4"/>
  </p:sldIdLst>
  <p:sldSz cx="22631400" cy="16002000"/>
  <p:notesSz cx="6888163" cy="100203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4041">
          <p15:clr>
            <a:srgbClr val="A4A3A4"/>
          </p15:clr>
        </p15:guide>
        <p15:guide id="2" orient="horz" pos="178">
          <p15:clr>
            <a:srgbClr val="A4A3A4"/>
          </p15:clr>
        </p15:guide>
        <p15:guide id="3" orient="horz" pos="-3911">
          <p15:clr>
            <a:srgbClr val="A4A3A4"/>
          </p15:clr>
        </p15:guide>
        <p15:guide id="4" orient="horz" pos="612">
          <p15:clr>
            <a:srgbClr val="A4A3A4"/>
          </p15:clr>
        </p15:guide>
        <p15:guide id="5" pos="-5976">
          <p15:clr>
            <a:srgbClr val="A4A3A4"/>
          </p15:clr>
        </p15:guide>
        <p15:guide id="6" pos="216">
          <p15:clr>
            <a:srgbClr val="A4A3A4"/>
          </p15:clr>
        </p15:guide>
        <p15:guide id="7" pos="696">
          <p15:clr>
            <a:srgbClr val="A4A3A4"/>
          </p15:clr>
        </p15:guide>
        <p15:guide id="8" pos="6888">
          <p15:clr>
            <a:srgbClr val="A4A3A4"/>
          </p15:clr>
        </p15:guide>
        <p15:guide id="9" pos="7368">
          <p15:clr>
            <a:srgbClr val="A4A3A4"/>
          </p15:clr>
        </p15:guide>
        <p15:guide id="10" pos="13560">
          <p15:clr>
            <a:srgbClr val="A4A3A4"/>
          </p15:clr>
        </p15:guide>
        <p15:guide id="11" pos="14040">
          <p15:clr>
            <a:srgbClr val="A4A3A4"/>
          </p15:clr>
        </p15:guide>
        <p15:guide id="12" pos="202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0000"/>
    <a:srgbClr val="8A0753"/>
    <a:srgbClr val="EBAB00"/>
    <a:srgbClr val="6C1B72"/>
    <a:srgbClr val="007EBB"/>
    <a:srgbClr val="0087C7"/>
    <a:srgbClr val="0093D8"/>
    <a:srgbClr val="7A6E6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6A37CF-0825-4EA1-8C19-137C4E759B54}" v="8" dt="2025-12-08T13:22:43.0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10" autoAdjust="0"/>
    <p:restoredTop sz="90929"/>
  </p:normalViewPr>
  <p:slideViewPr>
    <p:cSldViewPr snapToGrid="0">
      <p:cViewPr>
        <p:scale>
          <a:sx n="32" d="100"/>
          <a:sy n="32" d="100"/>
        </p:scale>
        <p:origin x="1240" y="36"/>
      </p:cViewPr>
      <p:guideLst>
        <p:guide orient="horz" pos="14041"/>
        <p:guide orient="horz" pos="178"/>
        <p:guide orient="horz" pos="-3911"/>
        <p:guide orient="horz" pos="612"/>
        <p:guide pos="-5976"/>
        <p:guide pos="216"/>
        <p:guide pos="696"/>
        <p:guide pos="6888"/>
        <p:guide pos="7368"/>
        <p:guide pos="13560"/>
        <p:guide pos="14040"/>
        <p:guide pos="2023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33" d="100"/>
        <a:sy n="33"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Master" Target="slideMasters/slideMaster1.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handoutMaster" Target="handoutMasters/handoutMaster1.xml"/><Relationship Id="rId11" Type="http://schemas.microsoft.com/office/2016/11/relationships/changesInfo" Target="changesInfos/changesInfo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YCE PLACE" userId="92b16c29-0cfc-4682-b5c5-a44565fa91a3" providerId="ADAL" clId="{BD7D35D6-8370-4708-B22A-A4F9F02FB2E8}"/>
    <pc:docChg chg="undo custSel modSld">
      <pc:chgData name="BRYCE PLACE" userId="92b16c29-0cfc-4682-b5c5-a44565fa91a3" providerId="ADAL" clId="{BD7D35D6-8370-4708-B22A-A4F9F02FB2E8}" dt="2025-12-08T13:22:41.885" v="1133"/>
      <pc:docMkLst>
        <pc:docMk/>
      </pc:docMkLst>
      <pc:sldChg chg="addSp modSp mod">
        <pc:chgData name="BRYCE PLACE" userId="92b16c29-0cfc-4682-b5c5-a44565fa91a3" providerId="ADAL" clId="{BD7D35D6-8370-4708-B22A-A4F9F02FB2E8}" dt="2025-12-08T13:22:41.885" v="1133"/>
        <pc:sldMkLst>
          <pc:docMk/>
          <pc:sldMk cId="0" sldId="267"/>
        </pc:sldMkLst>
        <pc:spChg chg="mod">
          <ac:chgData name="BRYCE PLACE" userId="92b16c29-0cfc-4682-b5c5-a44565fa91a3" providerId="ADAL" clId="{BD7D35D6-8370-4708-B22A-A4F9F02FB2E8}" dt="2025-12-08T13:22:41.885" v="1133"/>
          <ac:spMkLst>
            <pc:docMk/>
            <pc:sldMk cId="0" sldId="267"/>
            <ac:spMk id="2" creationId="{96543B1C-27A4-FC90-55F7-9F1FCB153B33}"/>
          </ac:spMkLst>
        </pc:spChg>
        <pc:spChg chg="mod">
          <ac:chgData name="BRYCE PLACE" userId="92b16c29-0cfc-4682-b5c5-a44565fa91a3" providerId="ADAL" clId="{BD7D35D6-8370-4708-B22A-A4F9F02FB2E8}" dt="2025-12-08T12:38:04.963" v="919" actId="20577"/>
          <ac:spMkLst>
            <pc:docMk/>
            <pc:sldMk cId="0" sldId="267"/>
            <ac:spMk id="4099" creationId="{9D9CA585-F805-2E4A-AA05-BE566BF56608}"/>
          </ac:spMkLst>
        </pc:spChg>
        <pc:spChg chg="mod">
          <ac:chgData name="BRYCE PLACE" userId="92b16c29-0cfc-4682-b5c5-a44565fa91a3" providerId="ADAL" clId="{BD7D35D6-8370-4708-B22A-A4F9F02FB2E8}" dt="2025-12-08T13:20:30.338" v="1104" actId="20577"/>
          <ac:spMkLst>
            <pc:docMk/>
            <pc:sldMk cId="0" sldId="267"/>
            <ac:spMk id="4106" creationId="{D3086474-58D2-EFD4-5E90-42F1F5E2FA9E}"/>
          </ac:spMkLst>
        </pc:spChg>
        <pc:picChg chg="add mod">
          <ac:chgData name="BRYCE PLACE" userId="92b16c29-0cfc-4682-b5c5-a44565fa91a3" providerId="ADAL" clId="{BD7D35D6-8370-4708-B22A-A4F9F02FB2E8}" dt="2025-12-08T12:31:28.441" v="317" actId="1076"/>
          <ac:picMkLst>
            <pc:docMk/>
            <pc:sldMk cId="0" sldId="267"/>
            <ac:picMk id="14" creationId="{F3595102-E0DA-D768-F86A-6CE145FA01B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8BA42C7C-618D-138B-12AD-9E2E251CAB2F}"/>
              </a:ext>
            </a:extLst>
          </p:cNvPr>
          <p:cNvSpPr>
            <a:spLocks noGrp="1" noChangeArrowheads="1"/>
          </p:cNvSpPr>
          <p:nvPr>
            <p:ph type="hdr" sz="quarter"/>
          </p:nvPr>
        </p:nvSpPr>
        <p:spPr bwMode="auto">
          <a:xfrm>
            <a:off x="0" y="0"/>
            <a:ext cx="2974975" cy="525463"/>
          </a:xfrm>
          <a:prstGeom prst="rect">
            <a:avLst/>
          </a:prstGeom>
          <a:noFill/>
          <a:ln>
            <a:noFill/>
          </a:ln>
          <a:effectLst/>
        </p:spPr>
        <p:txBody>
          <a:bodyPr vert="horz" wrap="square" lIns="89569" tIns="44785" rIns="89569" bIns="44785" numCol="1" anchor="t" anchorCtr="0" compatLnSpc="1">
            <a:prstTxWarp prst="textNoShape">
              <a:avLst/>
            </a:prstTxWarp>
          </a:bodyPr>
          <a:lstStyle>
            <a:lvl1pPr defTabSz="896938">
              <a:defRPr sz="1200"/>
            </a:lvl1pPr>
          </a:lstStyle>
          <a:p>
            <a:pPr>
              <a:defRPr/>
            </a:pPr>
            <a:endParaRPr lang="en-AU"/>
          </a:p>
        </p:txBody>
      </p:sp>
      <p:sp>
        <p:nvSpPr>
          <p:cNvPr id="4099" name="Rectangle 3">
            <a:extLst>
              <a:ext uri="{FF2B5EF4-FFF2-40B4-BE49-F238E27FC236}">
                <a16:creationId xmlns:a16="http://schemas.microsoft.com/office/drawing/2014/main" id="{DA9364CA-0171-AB2A-A516-B665976640AF}"/>
              </a:ext>
            </a:extLst>
          </p:cNvPr>
          <p:cNvSpPr>
            <a:spLocks noGrp="1" noChangeArrowheads="1"/>
          </p:cNvSpPr>
          <p:nvPr>
            <p:ph type="dt" sz="quarter" idx="1"/>
          </p:nvPr>
        </p:nvSpPr>
        <p:spPr bwMode="auto">
          <a:xfrm>
            <a:off x="3867150" y="0"/>
            <a:ext cx="3048000" cy="525463"/>
          </a:xfrm>
          <a:prstGeom prst="rect">
            <a:avLst/>
          </a:prstGeom>
          <a:noFill/>
          <a:ln>
            <a:noFill/>
          </a:ln>
          <a:effectLst/>
        </p:spPr>
        <p:txBody>
          <a:bodyPr vert="horz" wrap="square" lIns="89569" tIns="44785" rIns="89569" bIns="44785" numCol="1" anchor="t" anchorCtr="0" compatLnSpc="1">
            <a:prstTxWarp prst="textNoShape">
              <a:avLst/>
            </a:prstTxWarp>
          </a:bodyPr>
          <a:lstStyle>
            <a:lvl1pPr algn="r" defTabSz="896938">
              <a:defRPr sz="1200"/>
            </a:lvl1pPr>
          </a:lstStyle>
          <a:p>
            <a:pPr>
              <a:defRPr/>
            </a:pPr>
            <a:endParaRPr lang="en-AU"/>
          </a:p>
        </p:txBody>
      </p:sp>
      <p:sp>
        <p:nvSpPr>
          <p:cNvPr id="4100" name="Rectangle 4">
            <a:extLst>
              <a:ext uri="{FF2B5EF4-FFF2-40B4-BE49-F238E27FC236}">
                <a16:creationId xmlns:a16="http://schemas.microsoft.com/office/drawing/2014/main" id="{4CF0A79B-245F-5DE7-B643-E885D5D89B37}"/>
              </a:ext>
            </a:extLst>
          </p:cNvPr>
          <p:cNvSpPr>
            <a:spLocks noGrp="1" noChangeArrowheads="1"/>
          </p:cNvSpPr>
          <p:nvPr>
            <p:ph type="ftr" sz="quarter" idx="2"/>
          </p:nvPr>
        </p:nvSpPr>
        <p:spPr bwMode="auto">
          <a:xfrm>
            <a:off x="0" y="9520238"/>
            <a:ext cx="2974975" cy="523875"/>
          </a:xfrm>
          <a:prstGeom prst="rect">
            <a:avLst/>
          </a:prstGeom>
          <a:noFill/>
          <a:ln>
            <a:noFill/>
          </a:ln>
          <a:effectLst/>
        </p:spPr>
        <p:txBody>
          <a:bodyPr vert="horz" wrap="square" lIns="89569" tIns="44785" rIns="89569" bIns="44785" numCol="1" anchor="b" anchorCtr="0" compatLnSpc="1">
            <a:prstTxWarp prst="textNoShape">
              <a:avLst/>
            </a:prstTxWarp>
          </a:bodyPr>
          <a:lstStyle>
            <a:lvl1pPr defTabSz="896938">
              <a:defRPr sz="1200"/>
            </a:lvl1pPr>
          </a:lstStyle>
          <a:p>
            <a:pPr>
              <a:defRPr/>
            </a:pPr>
            <a:endParaRPr lang="en-AU"/>
          </a:p>
        </p:txBody>
      </p:sp>
      <p:sp>
        <p:nvSpPr>
          <p:cNvPr id="4101" name="Rectangle 5">
            <a:extLst>
              <a:ext uri="{FF2B5EF4-FFF2-40B4-BE49-F238E27FC236}">
                <a16:creationId xmlns:a16="http://schemas.microsoft.com/office/drawing/2014/main" id="{A26F0B0E-7A79-B34C-0660-BD87DAE0D25D}"/>
              </a:ext>
            </a:extLst>
          </p:cNvPr>
          <p:cNvSpPr>
            <a:spLocks noGrp="1" noChangeArrowheads="1"/>
          </p:cNvSpPr>
          <p:nvPr>
            <p:ph type="sldNum" sz="quarter" idx="3"/>
          </p:nvPr>
        </p:nvSpPr>
        <p:spPr bwMode="auto">
          <a:xfrm>
            <a:off x="3867150" y="9520238"/>
            <a:ext cx="3048000" cy="523875"/>
          </a:xfrm>
          <a:prstGeom prst="rect">
            <a:avLst/>
          </a:prstGeom>
          <a:noFill/>
          <a:ln>
            <a:noFill/>
          </a:ln>
          <a:effectLst/>
        </p:spPr>
        <p:txBody>
          <a:bodyPr vert="horz" wrap="square" lIns="89569" tIns="44785" rIns="89569" bIns="44785" numCol="1" anchor="b" anchorCtr="0" compatLnSpc="1">
            <a:prstTxWarp prst="textNoShape">
              <a:avLst/>
            </a:prstTxWarp>
          </a:bodyPr>
          <a:lstStyle>
            <a:lvl1pPr algn="r" defTabSz="896938">
              <a:defRPr sz="1200"/>
            </a:lvl1pPr>
          </a:lstStyle>
          <a:p>
            <a:pPr>
              <a:defRPr/>
            </a:pPr>
            <a:fld id="{5FFD1D05-9FD9-42EF-B033-158FEE512844}" type="slidenum">
              <a:rPr lang="en-AU" altLang="en-US"/>
              <a:pPr>
                <a:defRPr/>
              </a:pPr>
              <a:t>‹#›</a:t>
            </a:fld>
            <a:endParaRPr lang="en-AU"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3D1DBF28-8F88-E3A5-9820-83A0EBC97C82}"/>
              </a:ext>
            </a:extLst>
          </p:cNvPr>
          <p:cNvSpPr>
            <a:spLocks noGrp="1" noChangeArrowheads="1"/>
          </p:cNvSpPr>
          <p:nvPr>
            <p:ph type="hdr" sz="quarter"/>
          </p:nvPr>
        </p:nvSpPr>
        <p:spPr bwMode="auto">
          <a:xfrm>
            <a:off x="0" y="0"/>
            <a:ext cx="2974975" cy="525463"/>
          </a:xfrm>
          <a:prstGeom prst="rect">
            <a:avLst/>
          </a:prstGeom>
          <a:noFill/>
          <a:ln>
            <a:noFill/>
          </a:ln>
          <a:effectLst/>
        </p:spPr>
        <p:txBody>
          <a:bodyPr vert="horz" wrap="square" lIns="89569" tIns="44785" rIns="89569" bIns="44785" numCol="1" anchor="t" anchorCtr="0" compatLnSpc="1">
            <a:prstTxWarp prst="textNoShape">
              <a:avLst/>
            </a:prstTxWarp>
          </a:bodyPr>
          <a:lstStyle>
            <a:lvl1pPr defTabSz="896938">
              <a:defRPr sz="1200"/>
            </a:lvl1pPr>
          </a:lstStyle>
          <a:p>
            <a:pPr>
              <a:defRPr/>
            </a:pPr>
            <a:endParaRPr lang="en-AU"/>
          </a:p>
        </p:txBody>
      </p:sp>
      <p:sp>
        <p:nvSpPr>
          <p:cNvPr id="3075" name="Rectangle 3">
            <a:extLst>
              <a:ext uri="{FF2B5EF4-FFF2-40B4-BE49-F238E27FC236}">
                <a16:creationId xmlns:a16="http://schemas.microsoft.com/office/drawing/2014/main" id="{6963ECF3-2346-51AD-BCE7-3C897BDC229C}"/>
              </a:ext>
            </a:extLst>
          </p:cNvPr>
          <p:cNvSpPr>
            <a:spLocks noGrp="1" noChangeArrowheads="1"/>
          </p:cNvSpPr>
          <p:nvPr>
            <p:ph type="dt" idx="1"/>
          </p:nvPr>
        </p:nvSpPr>
        <p:spPr bwMode="auto">
          <a:xfrm>
            <a:off x="3867150" y="0"/>
            <a:ext cx="3048000" cy="525463"/>
          </a:xfrm>
          <a:prstGeom prst="rect">
            <a:avLst/>
          </a:prstGeom>
          <a:noFill/>
          <a:ln>
            <a:noFill/>
          </a:ln>
          <a:effectLst/>
        </p:spPr>
        <p:txBody>
          <a:bodyPr vert="horz" wrap="square" lIns="89569" tIns="44785" rIns="89569" bIns="44785" numCol="1" anchor="t" anchorCtr="0" compatLnSpc="1">
            <a:prstTxWarp prst="textNoShape">
              <a:avLst/>
            </a:prstTxWarp>
          </a:bodyPr>
          <a:lstStyle>
            <a:lvl1pPr algn="r" defTabSz="896938">
              <a:defRPr sz="1200"/>
            </a:lvl1pPr>
          </a:lstStyle>
          <a:p>
            <a:pPr>
              <a:defRPr/>
            </a:pPr>
            <a:endParaRPr lang="en-AU"/>
          </a:p>
        </p:txBody>
      </p:sp>
      <p:sp>
        <p:nvSpPr>
          <p:cNvPr id="2052" name="Rectangle 4">
            <a:extLst>
              <a:ext uri="{FF2B5EF4-FFF2-40B4-BE49-F238E27FC236}">
                <a16:creationId xmlns:a16="http://schemas.microsoft.com/office/drawing/2014/main" id="{AF3D0D5E-89EC-E7D4-5111-0C4DC2F7FA7F}"/>
              </a:ext>
            </a:extLst>
          </p:cNvPr>
          <p:cNvSpPr>
            <a:spLocks noGrp="1" noRot="1" noChangeAspect="1" noChangeArrowheads="1" noTextEdit="1"/>
          </p:cNvSpPr>
          <p:nvPr>
            <p:ph type="sldImg" idx="2"/>
          </p:nvPr>
        </p:nvSpPr>
        <p:spPr bwMode="auto">
          <a:xfrm>
            <a:off x="771525" y="749300"/>
            <a:ext cx="5302250" cy="37480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a:extLst>
              <a:ext uri="{FF2B5EF4-FFF2-40B4-BE49-F238E27FC236}">
                <a16:creationId xmlns:a16="http://schemas.microsoft.com/office/drawing/2014/main" id="{CBBA7709-E80A-57A0-21E3-447654BA2089}"/>
              </a:ext>
            </a:extLst>
          </p:cNvPr>
          <p:cNvSpPr>
            <a:spLocks noGrp="1" noChangeArrowheads="1"/>
          </p:cNvSpPr>
          <p:nvPr>
            <p:ph type="body" sz="quarter" idx="3"/>
          </p:nvPr>
        </p:nvSpPr>
        <p:spPr bwMode="auto">
          <a:xfrm>
            <a:off x="892175" y="4797425"/>
            <a:ext cx="5056188" cy="4497388"/>
          </a:xfrm>
          <a:prstGeom prst="rect">
            <a:avLst/>
          </a:prstGeom>
          <a:noFill/>
          <a:ln>
            <a:noFill/>
          </a:ln>
          <a:effectLst/>
        </p:spPr>
        <p:txBody>
          <a:bodyPr vert="horz" wrap="square" lIns="89569" tIns="44785" rIns="89569" bIns="44785"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3078" name="Rectangle 6">
            <a:extLst>
              <a:ext uri="{FF2B5EF4-FFF2-40B4-BE49-F238E27FC236}">
                <a16:creationId xmlns:a16="http://schemas.microsoft.com/office/drawing/2014/main" id="{09BFC145-11EB-5ACF-19A2-FD50929E5D12}"/>
              </a:ext>
            </a:extLst>
          </p:cNvPr>
          <p:cNvSpPr>
            <a:spLocks noGrp="1" noChangeArrowheads="1"/>
          </p:cNvSpPr>
          <p:nvPr>
            <p:ph type="ftr" sz="quarter" idx="4"/>
          </p:nvPr>
        </p:nvSpPr>
        <p:spPr bwMode="auto">
          <a:xfrm>
            <a:off x="0" y="9520238"/>
            <a:ext cx="2974975" cy="523875"/>
          </a:xfrm>
          <a:prstGeom prst="rect">
            <a:avLst/>
          </a:prstGeom>
          <a:noFill/>
          <a:ln>
            <a:noFill/>
          </a:ln>
          <a:effectLst/>
        </p:spPr>
        <p:txBody>
          <a:bodyPr vert="horz" wrap="square" lIns="89569" tIns="44785" rIns="89569" bIns="44785" numCol="1" anchor="b" anchorCtr="0" compatLnSpc="1">
            <a:prstTxWarp prst="textNoShape">
              <a:avLst/>
            </a:prstTxWarp>
          </a:bodyPr>
          <a:lstStyle>
            <a:lvl1pPr defTabSz="896938">
              <a:defRPr sz="1200"/>
            </a:lvl1pPr>
          </a:lstStyle>
          <a:p>
            <a:pPr>
              <a:defRPr/>
            </a:pPr>
            <a:endParaRPr lang="en-AU"/>
          </a:p>
        </p:txBody>
      </p:sp>
      <p:sp>
        <p:nvSpPr>
          <p:cNvPr id="3079" name="Rectangle 7">
            <a:extLst>
              <a:ext uri="{FF2B5EF4-FFF2-40B4-BE49-F238E27FC236}">
                <a16:creationId xmlns:a16="http://schemas.microsoft.com/office/drawing/2014/main" id="{33A2CA1E-E36E-607A-5E87-F333B650FF7D}"/>
              </a:ext>
            </a:extLst>
          </p:cNvPr>
          <p:cNvSpPr>
            <a:spLocks noGrp="1" noChangeArrowheads="1"/>
          </p:cNvSpPr>
          <p:nvPr>
            <p:ph type="sldNum" sz="quarter" idx="5"/>
          </p:nvPr>
        </p:nvSpPr>
        <p:spPr bwMode="auto">
          <a:xfrm>
            <a:off x="3867150" y="9520238"/>
            <a:ext cx="3048000" cy="523875"/>
          </a:xfrm>
          <a:prstGeom prst="rect">
            <a:avLst/>
          </a:prstGeom>
          <a:noFill/>
          <a:ln>
            <a:noFill/>
          </a:ln>
          <a:effectLst/>
        </p:spPr>
        <p:txBody>
          <a:bodyPr vert="horz" wrap="square" lIns="89569" tIns="44785" rIns="89569" bIns="44785" numCol="1" anchor="b" anchorCtr="0" compatLnSpc="1">
            <a:prstTxWarp prst="textNoShape">
              <a:avLst/>
            </a:prstTxWarp>
          </a:bodyPr>
          <a:lstStyle>
            <a:lvl1pPr algn="r" defTabSz="896938">
              <a:defRPr sz="1200"/>
            </a:lvl1pPr>
          </a:lstStyle>
          <a:p>
            <a:pPr>
              <a:defRPr/>
            </a:pPr>
            <a:fld id="{EAD9A9D5-A77E-4A68-BD8A-B3C08091EFD3}" type="slidenum">
              <a:rPr lang="en-AU" altLang="en-US"/>
              <a:pPr>
                <a:defRPr/>
              </a:pPr>
              <a:t>‹#›</a:t>
            </a:fld>
            <a:endParaRPr lang="en-AU"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1139F08D-89FE-DB90-21DA-DA8FE82414C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896938">
              <a:defRPr sz="2400">
                <a:solidFill>
                  <a:schemeClr val="tx1"/>
                </a:solidFill>
                <a:latin typeface="Times New Roman" panose="02020603050405020304" pitchFamily="18" charset="0"/>
              </a:defRPr>
            </a:lvl1pPr>
            <a:lvl2pPr marL="742950" indent="-285750" defTabSz="896938">
              <a:defRPr sz="2400">
                <a:solidFill>
                  <a:schemeClr val="tx1"/>
                </a:solidFill>
                <a:latin typeface="Times New Roman" panose="02020603050405020304" pitchFamily="18" charset="0"/>
              </a:defRPr>
            </a:lvl2pPr>
            <a:lvl3pPr marL="1143000" indent="-228600" defTabSz="896938">
              <a:defRPr sz="2400">
                <a:solidFill>
                  <a:schemeClr val="tx1"/>
                </a:solidFill>
                <a:latin typeface="Times New Roman" panose="02020603050405020304" pitchFamily="18" charset="0"/>
              </a:defRPr>
            </a:lvl3pPr>
            <a:lvl4pPr marL="1600200" indent="-228600" defTabSz="896938">
              <a:defRPr sz="2400">
                <a:solidFill>
                  <a:schemeClr val="tx1"/>
                </a:solidFill>
                <a:latin typeface="Times New Roman" panose="02020603050405020304" pitchFamily="18" charset="0"/>
              </a:defRPr>
            </a:lvl4pPr>
            <a:lvl5pPr marL="2057400" indent="-228600" defTabSz="896938">
              <a:defRPr sz="2400">
                <a:solidFill>
                  <a:schemeClr val="tx1"/>
                </a:solidFill>
                <a:latin typeface="Times New Roman" panose="02020603050405020304" pitchFamily="18" charset="0"/>
              </a:defRPr>
            </a:lvl5pPr>
            <a:lvl6pPr marL="2514600" indent="-228600" defTabSz="89693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9693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9693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96938" eaLnBrk="0" fontAlgn="base" hangingPunct="0">
              <a:spcBef>
                <a:spcPct val="0"/>
              </a:spcBef>
              <a:spcAft>
                <a:spcPct val="0"/>
              </a:spcAft>
              <a:defRPr sz="2400">
                <a:solidFill>
                  <a:schemeClr val="tx1"/>
                </a:solidFill>
                <a:latin typeface="Times New Roman" panose="02020603050405020304" pitchFamily="18" charset="0"/>
              </a:defRPr>
            </a:lvl9pPr>
          </a:lstStyle>
          <a:p>
            <a:fld id="{449E80AC-8C74-4F20-85B6-1409E8D5B089}" type="slidenum">
              <a:rPr lang="en-AU" altLang="en-US" sz="1200" smtClean="0"/>
              <a:pPr/>
              <a:t>1</a:t>
            </a:fld>
            <a:endParaRPr lang="en-AU" altLang="en-US" sz="1200"/>
          </a:p>
        </p:txBody>
      </p:sp>
      <p:sp>
        <p:nvSpPr>
          <p:cNvPr id="5123" name="Rectangle 2">
            <a:extLst>
              <a:ext uri="{FF2B5EF4-FFF2-40B4-BE49-F238E27FC236}">
                <a16:creationId xmlns:a16="http://schemas.microsoft.com/office/drawing/2014/main" id="{1B3FDDED-DEBA-93DA-B191-0228BE98895C}"/>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6D28E9AF-BD3F-1D1A-80E4-DF3E3F47E07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97038" y="4970463"/>
            <a:ext cx="19237325" cy="3430587"/>
          </a:xfrm>
        </p:spPr>
        <p:txBody>
          <a:bodyPr/>
          <a:lstStyle/>
          <a:p>
            <a:r>
              <a:rPr lang="en-US"/>
              <a:t>Click to edit Master title style</a:t>
            </a:r>
            <a:endParaRPr lang="en-GB"/>
          </a:p>
        </p:txBody>
      </p:sp>
      <p:sp>
        <p:nvSpPr>
          <p:cNvPr id="3" name="Subtitle 2"/>
          <p:cNvSpPr>
            <a:spLocks noGrp="1"/>
          </p:cNvSpPr>
          <p:nvPr>
            <p:ph type="subTitle" idx="1"/>
          </p:nvPr>
        </p:nvSpPr>
        <p:spPr>
          <a:xfrm>
            <a:off x="3394075" y="9067800"/>
            <a:ext cx="15843250" cy="40894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Rectangle 4">
            <a:extLst>
              <a:ext uri="{FF2B5EF4-FFF2-40B4-BE49-F238E27FC236}">
                <a16:creationId xmlns:a16="http://schemas.microsoft.com/office/drawing/2014/main" id="{00C56055-02E6-95D4-443F-8E9744E5252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066FF63-2BA5-DB57-EBF8-37F77FE6956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819102F-F40F-D7FA-FB7E-7D9125ED6BF8}"/>
              </a:ext>
            </a:extLst>
          </p:cNvPr>
          <p:cNvSpPr>
            <a:spLocks noGrp="1" noChangeArrowheads="1"/>
          </p:cNvSpPr>
          <p:nvPr>
            <p:ph type="sldNum" sz="quarter" idx="12"/>
          </p:nvPr>
        </p:nvSpPr>
        <p:spPr>
          <a:ln/>
        </p:spPr>
        <p:txBody>
          <a:bodyPr/>
          <a:lstStyle>
            <a:lvl1pPr>
              <a:defRPr/>
            </a:lvl1pPr>
          </a:lstStyle>
          <a:p>
            <a:pPr>
              <a:defRPr/>
            </a:pPr>
            <a:fld id="{C5D47EDC-A9C6-4F7B-99CA-DD93664AEAE4}" type="slidenum">
              <a:rPr lang="en-US" altLang="en-US"/>
              <a:pPr>
                <a:defRPr/>
              </a:pPr>
              <a:t>‹#›</a:t>
            </a:fld>
            <a:endParaRPr lang="en-US" altLang="en-US"/>
          </a:p>
        </p:txBody>
      </p:sp>
    </p:spTree>
    <p:extLst>
      <p:ext uri="{BB962C8B-B14F-4D97-AF65-F5344CB8AC3E}">
        <p14:creationId xmlns:p14="http://schemas.microsoft.com/office/powerpoint/2010/main" val="4247512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ED940686-5024-C8E5-E12B-D1B904C04DD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C8329D9-4B31-AF40-6BBE-172A0089F58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AFBF3D0-403D-4ABB-1E06-92370D96C4D5}"/>
              </a:ext>
            </a:extLst>
          </p:cNvPr>
          <p:cNvSpPr>
            <a:spLocks noGrp="1" noChangeArrowheads="1"/>
          </p:cNvSpPr>
          <p:nvPr>
            <p:ph type="sldNum" sz="quarter" idx="12"/>
          </p:nvPr>
        </p:nvSpPr>
        <p:spPr>
          <a:ln/>
        </p:spPr>
        <p:txBody>
          <a:bodyPr/>
          <a:lstStyle>
            <a:lvl1pPr>
              <a:defRPr/>
            </a:lvl1pPr>
          </a:lstStyle>
          <a:p>
            <a:pPr>
              <a:defRPr/>
            </a:pPr>
            <a:fld id="{F7A9CB2F-715D-4258-901A-45C971585506}" type="slidenum">
              <a:rPr lang="en-US" altLang="en-US"/>
              <a:pPr>
                <a:defRPr/>
              </a:pPr>
              <a:t>‹#›</a:t>
            </a:fld>
            <a:endParaRPr lang="en-US" altLang="en-US"/>
          </a:p>
        </p:txBody>
      </p:sp>
    </p:spTree>
    <p:extLst>
      <p:ext uri="{BB962C8B-B14F-4D97-AF65-F5344CB8AC3E}">
        <p14:creationId xmlns:p14="http://schemas.microsoft.com/office/powerpoint/2010/main" val="665104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87525" y="10282238"/>
            <a:ext cx="19237325" cy="31781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1787525" y="6781800"/>
            <a:ext cx="19237325" cy="35004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02FA221-DC00-2412-7452-4B0DF504B6E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42E67AE-354F-BD28-FEC4-7D20BE7D9CC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1DF7FC2-582A-019F-9054-E66F4B441110}"/>
              </a:ext>
            </a:extLst>
          </p:cNvPr>
          <p:cNvSpPr>
            <a:spLocks noGrp="1" noChangeArrowheads="1"/>
          </p:cNvSpPr>
          <p:nvPr>
            <p:ph type="sldNum" sz="quarter" idx="12"/>
          </p:nvPr>
        </p:nvSpPr>
        <p:spPr>
          <a:ln/>
        </p:spPr>
        <p:txBody>
          <a:bodyPr/>
          <a:lstStyle>
            <a:lvl1pPr>
              <a:defRPr/>
            </a:lvl1pPr>
          </a:lstStyle>
          <a:p>
            <a:pPr>
              <a:defRPr/>
            </a:pPr>
            <a:fld id="{E367E690-B7F5-4EC2-B949-D471AB3891B1}" type="slidenum">
              <a:rPr lang="en-US" altLang="en-US"/>
              <a:pPr>
                <a:defRPr/>
              </a:pPr>
              <a:t>‹#›</a:t>
            </a:fld>
            <a:endParaRPr lang="en-US" altLang="en-US"/>
          </a:p>
        </p:txBody>
      </p:sp>
    </p:spTree>
    <p:extLst>
      <p:ext uri="{BB962C8B-B14F-4D97-AF65-F5344CB8AC3E}">
        <p14:creationId xmlns:p14="http://schemas.microsoft.com/office/powerpoint/2010/main" val="3940468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697038" y="4622800"/>
            <a:ext cx="9542462" cy="9601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11391900" y="4622800"/>
            <a:ext cx="9542463" cy="9601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a:extLst>
              <a:ext uri="{FF2B5EF4-FFF2-40B4-BE49-F238E27FC236}">
                <a16:creationId xmlns:a16="http://schemas.microsoft.com/office/drawing/2014/main" id="{72A9B750-35C5-8EB9-F197-01316CA8582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410AF64-C728-4FB0-275A-094FDB5187E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ACFC6CF-7719-AC93-94F0-9B2FBA325110}"/>
              </a:ext>
            </a:extLst>
          </p:cNvPr>
          <p:cNvSpPr>
            <a:spLocks noGrp="1" noChangeArrowheads="1"/>
          </p:cNvSpPr>
          <p:nvPr>
            <p:ph type="sldNum" sz="quarter" idx="12"/>
          </p:nvPr>
        </p:nvSpPr>
        <p:spPr>
          <a:ln/>
        </p:spPr>
        <p:txBody>
          <a:bodyPr/>
          <a:lstStyle>
            <a:lvl1pPr>
              <a:defRPr/>
            </a:lvl1pPr>
          </a:lstStyle>
          <a:p>
            <a:pPr>
              <a:defRPr/>
            </a:pPr>
            <a:fld id="{DA250408-8F80-48D0-B279-E22ACACC0A8F}" type="slidenum">
              <a:rPr lang="en-US" altLang="en-US"/>
              <a:pPr>
                <a:defRPr/>
              </a:pPr>
              <a:t>‹#›</a:t>
            </a:fld>
            <a:endParaRPr lang="en-US" altLang="en-US"/>
          </a:p>
        </p:txBody>
      </p:sp>
    </p:spTree>
    <p:extLst>
      <p:ext uri="{BB962C8B-B14F-4D97-AF65-F5344CB8AC3E}">
        <p14:creationId xmlns:p14="http://schemas.microsoft.com/office/powerpoint/2010/main" val="3236244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31888" y="641350"/>
            <a:ext cx="20367625" cy="2667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1131888" y="3581400"/>
            <a:ext cx="9999662" cy="1493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31888" y="5075238"/>
            <a:ext cx="9999662" cy="92186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11496675" y="3581400"/>
            <a:ext cx="10002838" cy="1493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1496675" y="5075238"/>
            <a:ext cx="10002838" cy="92186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a:extLst>
              <a:ext uri="{FF2B5EF4-FFF2-40B4-BE49-F238E27FC236}">
                <a16:creationId xmlns:a16="http://schemas.microsoft.com/office/drawing/2014/main" id="{9486904F-7078-2DD4-BB39-AA25A487FBB6}"/>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24E471C4-B39B-E530-AAE4-A1B1366FAA8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B76F3F2B-00E4-A986-3040-B778E9516BEE}"/>
              </a:ext>
            </a:extLst>
          </p:cNvPr>
          <p:cNvSpPr>
            <a:spLocks noGrp="1" noChangeArrowheads="1"/>
          </p:cNvSpPr>
          <p:nvPr>
            <p:ph type="sldNum" sz="quarter" idx="12"/>
          </p:nvPr>
        </p:nvSpPr>
        <p:spPr>
          <a:ln/>
        </p:spPr>
        <p:txBody>
          <a:bodyPr/>
          <a:lstStyle>
            <a:lvl1pPr>
              <a:defRPr/>
            </a:lvl1pPr>
          </a:lstStyle>
          <a:p>
            <a:pPr>
              <a:defRPr/>
            </a:pPr>
            <a:fld id="{554092DB-B94D-4F0F-A667-6C244182FB69}" type="slidenum">
              <a:rPr lang="en-US" altLang="en-US"/>
              <a:pPr>
                <a:defRPr/>
              </a:pPr>
              <a:t>‹#›</a:t>
            </a:fld>
            <a:endParaRPr lang="en-US" altLang="en-US"/>
          </a:p>
        </p:txBody>
      </p:sp>
    </p:spTree>
    <p:extLst>
      <p:ext uri="{BB962C8B-B14F-4D97-AF65-F5344CB8AC3E}">
        <p14:creationId xmlns:p14="http://schemas.microsoft.com/office/powerpoint/2010/main" val="1326757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6FBDC886-8D94-793D-8428-67B2BDB551A1}"/>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3C88766C-D384-81C3-D48B-62A8DCB555C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FD7F0480-C37B-F563-3FC3-20A930FF53C8}"/>
              </a:ext>
            </a:extLst>
          </p:cNvPr>
          <p:cNvSpPr>
            <a:spLocks noGrp="1" noChangeArrowheads="1"/>
          </p:cNvSpPr>
          <p:nvPr>
            <p:ph type="sldNum" sz="quarter" idx="12"/>
          </p:nvPr>
        </p:nvSpPr>
        <p:spPr>
          <a:ln/>
        </p:spPr>
        <p:txBody>
          <a:bodyPr/>
          <a:lstStyle>
            <a:lvl1pPr>
              <a:defRPr/>
            </a:lvl1pPr>
          </a:lstStyle>
          <a:p>
            <a:pPr>
              <a:defRPr/>
            </a:pPr>
            <a:fld id="{F8EB9DF4-DA31-4F86-9BAB-D86A18CB106B}" type="slidenum">
              <a:rPr lang="en-US" altLang="en-US"/>
              <a:pPr>
                <a:defRPr/>
              </a:pPr>
              <a:t>‹#›</a:t>
            </a:fld>
            <a:endParaRPr lang="en-US" altLang="en-US"/>
          </a:p>
        </p:txBody>
      </p:sp>
    </p:spTree>
    <p:extLst>
      <p:ext uri="{BB962C8B-B14F-4D97-AF65-F5344CB8AC3E}">
        <p14:creationId xmlns:p14="http://schemas.microsoft.com/office/powerpoint/2010/main" val="4220841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FDFD92C-CE56-104F-6A6E-C1E930551315}"/>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BD2D7AD1-FD49-C664-3C48-AEFCC04ECF9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949E24D2-EAFD-32C2-E220-F24C8C8C4805}"/>
              </a:ext>
            </a:extLst>
          </p:cNvPr>
          <p:cNvSpPr>
            <a:spLocks noGrp="1" noChangeArrowheads="1"/>
          </p:cNvSpPr>
          <p:nvPr>
            <p:ph type="sldNum" sz="quarter" idx="12"/>
          </p:nvPr>
        </p:nvSpPr>
        <p:spPr>
          <a:ln/>
        </p:spPr>
        <p:txBody>
          <a:bodyPr/>
          <a:lstStyle>
            <a:lvl1pPr>
              <a:defRPr/>
            </a:lvl1pPr>
          </a:lstStyle>
          <a:p>
            <a:pPr>
              <a:defRPr/>
            </a:pPr>
            <a:fld id="{657F2656-A9DD-455C-9A76-A91B64840E5F}" type="slidenum">
              <a:rPr lang="en-US" altLang="en-US"/>
              <a:pPr>
                <a:defRPr/>
              </a:pPr>
              <a:t>‹#›</a:t>
            </a:fld>
            <a:endParaRPr lang="en-US" altLang="en-US"/>
          </a:p>
        </p:txBody>
      </p:sp>
    </p:spTree>
    <p:extLst>
      <p:ext uri="{BB962C8B-B14F-4D97-AF65-F5344CB8AC3E}">
        <p14:creationId xmlns:p14="http://schemas.microsoft.com/office/powerpoint/2010/main" val="1918436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31888" y="636588"/>
            <a:ext cx="7445375" cy="27114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8848725" y="636588"/>
            <a:ext cx="12650788" cy="13657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1131888" y="3348038"/>
            <a:ext cx="7445375" cy="109458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DE010A64-1365-6029-A1B4-6032C556BCA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A2314559-D0BC-9A09-8F5D-FA73972A435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2D76B47C-9F70-D9B0-13B5-7140DD9E2C4A}"/>
              </a:ext>
            </a:extLst>
          </p:cNvPr>
          <p:cNvSpPr>
            <a:spLocks noGrp="1" noChangeArrowheads="1"/>
          </p:cNvSpPr>
          <p:nvPr>
            <p:ph type="sldNum" sz="quarter" idx="12"/>
          </p:nvPr>
        </p:nvSpPr>
        <p:spPr>
          <a:ln/>
        </p:spPr>
        <p:txBody>
          <a:bodyPr/>
          <a:lstStyle>
            <a:lvl1pPr>
              <a:defRPr/>
            </a:lvl1pPr>
          </a:lstStyle>
          <a:p>
            <a:pPr>
              <a:defRPr/>
            </a:pPr>
            <a:fld id="{D41C7502-1E83-49B0-80DC-00841257F9BD}" type="slidenum">
              <a:rPr lang="en-US" altLang="en-US"/>
              <a:pPr>
                <a:defRPr/>
              </a:pPr>
              <a:t>‹#›</a:t>
            </a:fld>
            <a:endParaRPr lang="en-US" altLang="en-US"/>
          </a:p>
        </p:txBody>
      </p:sp>
    </p:spTree>
    <p:extLst>
      <p:ext uri="{BB962C8B-B14F-4D97-AF65-F5344CB8AC3E}">
        <p14:creationId xmlns:p14="http://schemas.microsoft.com/office/powerpoint/2010/main" val="2664694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435475" y="11201400"/>
            <a:ext cx="13579475" cy="132238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4435475" y="1430338"/>
            <a:ext cx="13579475" cy="96012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4435475" y="12523788"/>
            <a:ext cx="13579475" cy="1878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1630B7C-AD41-1EAC-ECBD-F6F9EB8FD76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BCEB889E-3498-FAF6-4BE7-51BBBB36422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DD8C7ED-F7A7-1331-E2E0-F8C085B7BAFA}"/>
              </a:ext>
            </a:extLst>
          </p:cNvPr>
          <p:cNvSpPr>
            <a:spLocks noGrp="1" noChangeArrowheads="1"/>
          </p:cNvSpPr>
          <p:nvPr>
            <p:ph type="sldNum" sz="quarter" idx="12"/>
          </p:nvPr>
        </p:nvSpPr>
        <p:spPr>
          <a:ln/>
        </p:spPr>
        <p:txBody>
          <a:bodyPr/>
          <a:lstStyle>
            <a:lvl1pPr>
              <a:defRPr/>
            </a:lvl1pPr>
          </a:lstStyle>
          <a:p>
            <a:pPr>
              <a:defRPr/>
            </a:pPr>
            <a:fld id="{7A3F9F52-7317-44D8-82BC-398937107BB8}" type="slidenum">
              <a:rPr lang="en-US" altLang="en-US"/>
              <a:pPr>
                <a:defRPr/>
              </a:pPr>
              <a:t>‹#›</a:t>
            </a:fld>
            <a:endParaRPr lang="en-US" altLang="en-US"/>
          </a:p>
        </p:txBody>
      </p:sp>
    </p:spTree>
    <p:extLst>
      <p:ext uri="{BB962C8B-B14F-4D97-AF65-F5344CB8AC3E}">
        <p14:creationId xmlns:p14="http://schemas.microsoft.com/office/powerpoint/2010/main" val="1485712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7EF4A12A-5541-3551-80E7-696C184CBB3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53E9DC6-4430-0DFE-8C80-5A4CDBFD111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A255869-929C-CE61-8D9C-DBA373CFD9C8}"/>
              </a:ext>
            </a:extLst>
          </p:cNvPr>
          <p:cNvSpPr>
            <a:spLocks noGrp="1" noChangeArrowheads="1"/>
          </p:cNvSpPr>
          <p:nvPr>
            <p:ph type="sldNum" sz="quarter" idx="12"/>
          </p:nvPr>
        </p:nvSpPr>
        <p:spPr>
          <a:ln/>
        </p:spPr>
        <p:txBody>
          <a:bodyPr/>
          <a:lstStyle>
            <a:lvl1pPr>
              <a:defRPr/>
            </a:lvl1pPr>
          </a:lstStyle>
          <a:p>
            <a:pPr>
              <a:defRPr/>
            </a:pPr>
            <a:fld id="{49A04148-C773-4E43-B657-8602F28DB069}" type="slidenum">
              <a:rPr lang="en-US" altLang="en-US"/>
              <a:pPr>
                <a:defRPr/>
              </a:pPr>
              <a:t>‹#›</a:t>
            </a:fld>
            <a:endParaRPr lang="en-US" altLang="en-US"/>
          </a:p>
        </p:txBody>
      </p:sp>
    </p:spTree>
    <p:extLst>
      <p:ext uri="{BB962C8B-B14F-4D97-AF65-F5344CB8AC3E}">
        <p14:creationId xmlns:p14="http://schemas.microsoft.com/office/powerpoint/2010/main" val="942286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6125825" y="1422400"/>
            <a:ext cx="4808538" cy="128016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697038" y="1422400"/>
            <a:ext cx="14276387" cy="12801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7BAC3E18-E00E-51F7-3B2E-A267469364D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E5B0B46-1536-EE27-3417-BF4986C30E3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2AF5030-6B5E-6964-42DC-D136D7266B97}"/>
              </a:ext>
            </a:extLst>
          </p:cNvPr>
          <p:cNvSpPr>
            <a:spLocks noGrp="1" noChangeArrowheads="1"/>
          </p:cNvSpPr>
          <p:nvPr>
            <p:ph type="sldNum" sz="quarter" idx="12"/>
          </p:nvPr>
        </p:nvSpPr>
        <p:spPr>
          <a:ln/>
        </p:spPr>
        <p:txBody>
          <a:bodyPr/>
          <a:lstStyle>
            <a:lvl1pPr>
              <a:defRPr/>
            </a:lvl1pPr>
          </a:lstStyle>
          <a:p>
            <a:pPr>
              <a:defRPr/>
            </a:pPr>
            <a:fld id="{B6F500DE-CA80-4D69-944E-A126431289E1}" type="slidenum">
              <a:rPr lang="en-US" altLang="en-US"/>
              <a:pPr>
                <a:defRPr/>
              </a:pPr>
              <a:t>‹#›</a:t>
            </a:fld>
            <a:endParaRPr lang="en-US" altLang="en-US"/>
          </a:p>
        </p:txBody>
      </p:sp>
    </p:spTree>
    <p:extLst>
      <p:ext uri="{BB962C8B-B14F-4D97-AF65-F5344CB8AC3E}">
        <p14:creationId xmlns:p14="http://schemas.microsoft.com/office/powerpoint/2010/main" val="932861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BAB00"/>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C50A1AF-44D4-6A46-43CE-17139C703F39}"/>
              </a:ext>
            </a:extLst>
          </p:cNvPr>
          <p:cNvSpPr>
            <a:spLocks noGrp="1" noChangeArrowheads="1"/>
          </p:cNvSpPr>
          <p:nvPr>
            <p:ph type="title"/>
          </p:nvPr>
        </p:nvSpPr>
        <p:spPr bwMode="auto">
          <a:xfrm>
            <a:off x="1697038" y="1422400"/>
            <a:ext cx="19237325" cy="2668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14575" tIns="107287" rIns="214575" bIns="107287"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FA5003A9-833F-3B77-F905-A0ECFED83BB2}"/>
              </a:ext>
            </a:extLst>
          </p:cNvPr>
          <p:cNvSpPr>
            <a:spLocks noGrp="1" noChangeArrowheads="1"/>
          </p:cNvSpPr>
          <p:nvPr>
            <p:ph type="body" idx="1"/>
          </p:nvPr>
        </p:nvSpPr>
        <p:spPr bwMode="auto">
          <a:xfrm>
            <a:off x="1697038" y="4622800"/>
            <a:ext cx="19237325" cy="960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14575" tIns="107287" rIns="214575" bIns="107287"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187415EA-7787-5731-0479-CD02F4A98BC5}"/>
              </a:ext>
            </a:extLst>
          </p:cNvPr>
          <p:cNvSpPr>
            <a:spLocks noGrp="1" noChangeArrowheads="1"/>
          </p:cNvSpPr>
          <p:nvPr>
            <p:ph type="dt" sz="half" idx="2"/>
          </p:nvPr>
        </p:nvSpPr>
        <p:spPr bwMode="auto">
          <a:xfrm>
            <a:off x="1697038" y="14579600"/>
            <a:ext cx="4714875" cy="1066800"/>
          </a:xfrm>
          <a:prstGeom prst="rect">
            <a:avLst/>
          </a:prstGeom>
          <a:noFill/>
          <a:ln>
            <a:noFill/>
          </a:ln>
          <a:effectLst/>
        </p:spPr>
        <p:txBody>
          <a:bodyPr vert="horz" wrap="square" lIns="214575" tIns="107287" rIns="214575" bIns="107287" numCol="1" anchor="t" anchorCtr="0" compatLnSpc="1">
            <a:prstTxWarp prst="textNoShape">
              <a:avLst/>
            </a:prstTxWarp>
          </a:bodyPr>
          <a:lstStyle>
            <a:lvl1pPr defTabSz="2146300">
              <a:defRPr sz="3300"/>
            </a:lvl1pPr>
          </a:lstStyle>
          <a:p>
            <a:pPr>
              <a:defRPr/>
            </a:pPr>
            <a:endParaRPr lang="en-US"/>
          </a:p>
        </p:txBody>
      </p:sp>
      <p:sp>
        <p:nvSpPr>
          <p:cNvPr id="1029" name="Rectangle 5">
            <a:extLst>
              <a:ext uri="{FF2B5EF4-FFF2-40B4-BE49-F238E27FC236}">
                <a16:creationId xmlns:a16="http://schemas.microsoft.com/office/drawing/2014/main" id="{F6777E32-625E-9CA6-E60E-5EA1B2E2A132}"/>
              </a:ext>
            </a:extLst>
          </p:cNvPr>
          <p:cNvSpPr>
            <a:spLocks noGrp="1" noChangeArrowheads="1"/>
          </p:cNvSpPr>
          <p:nvPr>
            <p:ph type="ftr" sz="quarter" idx="3"/>
          </p:nvPr>
        </p:nvSpPr>
        <p:spPr bwMode="auto">
          <a:xfrm>
            <a:off x="7732713" y="14579600"/>
            <a:ext cx="7165975" cy="1066800"/>
          </a:xfrm>
          <a:prstGeom prst="rect">
            <a:avLst/>
          </a:prstGeom>
          <a:noFill/>
          <a:ln>
            <a:noFill/>
          </a:ln>
          <a:effectLst/>
        </p:spPr>
        <p:txBody>
          <a:bodyPr vert="horz" wrap="square" lIns="214575" tIns="107287" rIns="214575" bIns="107287" numCol="1" anchor="t" anchorCtr="0" compatLnSpc="1">
            <a:prstTxWarp prst="textNoShape">
              <a:avLst/>
            </a:prstTxWarp>
          </a:bodyPr>
          <a:lstStyle>
            <a:lvl1pPr algn="ctr" defTabSz="2146300">
              <a:defRPr sz="3300"/>
            </a:lvl1pPr>
          </a:lstStyle>
          <a:p>
            <a:pPr>
              <a:defRPr/>
            </a:pPr>
            <a:endParaRPr lang="en-US"/>
          </a:p>
        </p:txBody>
      </p:sp>
      <p:sp>
        <p:nvSpPr>
          <p:cNvPr id="1030" name="Rectangle 6">
            <a:extLst>
              <a:ext uri="{FF2B5EF4-FFF2-40B4-BE49-F238E27FC236}">
                <a16:creationId xmlns:a16="http://schemas.microsoft.com/office/drawing/2014/main" id="{70FBFBF6-0E3A-799F-14FB-9D2C5B894610}"/>
              </a:ext>
            </a:extLst>
          </p:cNvPr>
          <p:cNvSpPr>
            <a:spLocks noGrp="1" noChangeArrowheads="1"/>
          </p:cNvSpPr>
          <p:nvPr>
            <p:ph type="sldNum" sz="quarter" idx="4"/>
          </p:nvPr>
        </p:nvSpPr>
        <p:spPr bwMode="auto">
          <a:xfrm>
            <a:off x="16219488" y="14579600"/>
            <a:ext cx="4714875" cy="1066800"/>
          </a:xfrm>
          <a:prstGeom prst="rect">
            <a:avLst/>
          </a:prstGeom>
          <a:noFill/>
          <a:ln>
            <a:noFill/>
          </a:ln>
          <a:effectLst/>
        </p:spPr>
        <p:txBody>
          <a:bodyPr vert="horz" wrap="square" lIns="214575" tIns="107287" rIns="214575" bIns="107287" numCol="1" anchor="t" anchorCtr="0" compatLnSpc="1">
            <a:prstTxWarp prst="textNoShape">
              <a:avLst/>
            </a:prstTxWarp>
          </a:bodyPr>
          <a:lstStyle>
            <a:lvl1pPr algn="r" defTabSz="2146300">
              <a:defRPr sz="3300"/>
            </a:lvl1pPr>
          </a:lstStyle>
          <a:p>
            <a:pPr>
              <a:defRPr/>
            </a:pPr>
            <a:fld id="{F2CB9D36-AE6D-408B-9D9F-38E5081DDB2E}" type="slidenum">
              <a:rPr lang="en-US" altLang="en-US"/>
              <a:pPr>
                <a:defRPr/>
              </a:pPr>
              <a:t>‹#›</a:t>
            </a:fld>
            <a:endParaRPr lang="en-US" altLang="en-US"/>
          </a:p>
        </p:txBody>
      </p:sp>
      <p:sp>
        <p:nvSpPr>
          <p:cNvPr id="1031" name="Rectangle 11">
            <a:extLst>
              <a:ext uri="{FF2B5EF4-FFF2-40B4-BE49-F238E27FC236}">
                <a16:creationId xmlns:a16="http://schemas.microsoft.com/office/drawing/2014/main" id="{72DC1DD9-0A19-63F4-A5D9-CAC2CCDF5386}"/>
              </a:ext>
            </a:extLst>
          </p:cNvPr>
          <p:cNvSpPr>
            <a:spLocks noChangeArrowheads="1"/>
          </p:cNvSpPr>
          <p:nvPr userDrawn="1"/>
        </p:nvSpPr>
        <p:spPr bwMode="auto">
          <a:xfrm>
            <a:off x="0" y="0"/>
            <a:ext cx="22631400" cy="16002000"/>
          </a:xfrm>
          <a:prstGeom prst="rect">
            <a:avLst/>
          </a:prstGeom>
          <a:noFill/>
          <a:ln w="25400">
            <a:solidFill>
              <a:schemeClr val="tx1"/>
            </a:solidFill>
            <a:miter lim="800000"/>
            <a:headEnd/>
            <a:tailEnd/>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GB"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146300" rtl="0" eaLnBrk="0" fontAlgn="base" hangingPunct="0">
        <a:spcBef>
          <a:spcPct val="0"/>
        </a:spcBef>
        <a:spcAft>
          <a:spcPct val="0"/>
        </a:spcAft>
        <a:defRPr sz="10300">
          <a:solidFill>
            <a:schemeClr val="tx2"/>
          </a:solidFill>
          <a:latin typeface="+mj-lt"/>
          <a:ea typeface="+mj-ea"/>
          <a:cs typeface="+mj-cs"/>
        </a:defRPr>
      </a:lvl1pPr>
      <a:lvl2pPr algn="ctr" defTabSz="2146300" rtl="0" eaLnBrk="0" fontAlgn="base" hangingPunct="0">
        <a:spcBef>
          <a:spcPct val="0"/>
        </a:spcBef>
        <a:spcAft>
          <a:spcPct val="0"/>
        </a:spcAft>
        <a:defRPr sz="10300">
          <a:solidFill>
            <a:schemeClr val="tx2"/>
          </a:solidFill>
          <a:latin typeface="Times New Roman" pitchFamily="18" charset="0"/>
        </a:defRPr>
      </a:lvl2pPr>
      <a:lvl3pPr algn="ctr" defTabSz="2146300" rtl="0" eaLnBrk="0" fontAlgn="base" hangingPunct="0">
        <a:spcBef>
          <a:spcPct val="0"/>
        </a:spcBef>
        <a:spcAft>
          <a:spcPct val="0"/>
        </a:spcAft>
        <a:defRPr sz="10300">
          <a:solidFill>
            <a:schemeClr val="tx2"/>
          </a:solidFill>
          <a:latin typeface="Times New Roman" pitchFamily="18" charset="0"/>
        </a:defRPr>
      </a:lvl3pPr>
      <a:lvl4pPr algn="ctr" defTabSz="2146300" rtl="0" eaLnBrk="0" fontAlgn="base" hangingPunct="0">
        <a:spcBef>
          <a:spcPct val="0"/>
        </a:spcBef>
        <a:spcAft>
          <a:spcPct val="0"/>
        </a:spcAft>
        <a:defRPr sz="10300">
          <a:solidFill>
            <a:schemeClr val="tx2"/>
          </a:solidFill>
          <a:latin typeface="Times New Roman" pitchFamily="18" charset="0"/>
        </a:defRPr>
      </a:lvl4pPr>
      <a:lvl5pPr algn="ctr" defTabSz="2146300" rtl="0" eaLnBrk="0" fontAlgn="base" hangingPunct="0">
        <a:spcBef>
          <a:spcPct val="0"/>
        </a:spcBef>
        <a:spcAft>
          <a:spcPct val="0"/>
        </a:spcAft>
        <a:defRPr sz="10300">
          <a:solidFill>
            <a:schemeClr val="tx2"/>
          </a:solidFill>
          <a:latin typeface="Times New Roman" pitchFamily="18" charset="0"/>
        </a:defRPr>
      </a:lvl5pPr>
      <a:lvl6pPr marL="457200" algn="ctr" defTabSz="2146300" rtl="0" eaLnBrk="0" fontAlgn="base" hangingPunct="0">
        <a:spcBef>
          <a:spcPct val="0"/>
        </a:spcBef>
        <a:spcAft>
          <a:spcPct val="0"/>
        </a:spcAft>
        <a:defRPr sz="10300">
          <a:solidFill>
            <a:schemeClr val="tx2"/>
          </a:solidFill>
          <a:latin typeface="Times New Roman" pitchFamily="18" charset="0"/>
        </a:defRPr>
      </a:lvl6pPr>
      <a:lvl7pPr marL="914400" algn="ctr" defTabSz="2146300" rtl="0" eaLnBrk="0" fontAlgn="base" hangingPunct="0">
        <a:spcBef>
          <a:spcPct val="0"/>
        </a:spcBef>
        <a:spcAft>
          <a:spcPct val="0"/>
        </a:spcAft>
        <a:defRPr sz="10300">
          <a:solidFill>
            <a:schemeClr val="tx2"/>
          </a:solidFill>
          <a:latin typeface="Times New Roman" pitchFamily="18" charset="0"/>
        </a:defRPr>
      </a:lvl7pPr>
      <a:lvl8pPr marL="1371600" algn="ctr" defTabSz="2146300" rtl="0" eaLnBrk="0" fontAlgn="base" hangingPunct="0">
        <a:spcBef>
          <a:spcPct val="0"/>
        </a:spcBef>
        <a:spcAft>
          <a:spcPct val="0"/>
        </a:spcAft>
        <a:defRPr sz="10300">
          <a:solidFill>
            <a:schemeClr val="tx2"/>
          </a:solidFill>
          <a:latin typeface="Times New Roman" pitchFamily="18" charset="0"/>
        </a:defRPr>
      </a:lvl8pPr>
      <a:lvl9pPr marL="1828800" algn="ctr" defTabSz="2146300" rtl="0" eaLnBrk="0" fontAlgn="base" hangingPunct="0">
        <a:spcBef>
          <a:spcPct val="0"/>
        </a:spcBef>
        <a:spcAft>
          <a:spcPct val="0"/>
        </a:spcAft>
        <a:defRPr sz="10300">
          <a:solidFill>
            <a:schemeClr val="tx2"/>
          </a:solidFill>
          <a:latin typeface="Times New Roman" pitchFamily="18" charset="0"/>
        </a:defRPr>
      </a:lvl9pPr>
    </p:titleStyle>
    <p:bodyStyle>
      <a:lvl1pPr marL="804863" indent="-804863" algn="l" defTabSz="2146300" rtl="0" eaLnBrk="0" fontAlgn="base" hangingPunct="0">
        <a:spcBef>
          <a:spcPct val="20000"/>
        </a:spcBef>
        <a:spcAft>
          <a:spcPct val="0"/>
        </a:spcAft>
        <a:buChar char="•"/>
        <a:defRPr sz="7500">
          <a:solidFill>
            <a:schemeClr val="tx1"/>
          </a:solidFill>
          <a:latin typeface="+mn-lt"/>
          <a:ea typeface="+mn-ea"/>
          <a:cs typeface="+mn-cs"/>
        </a:defRPr>
      </a:lvl1pPr>
      <a:lvl2pPr marL="1743075" indent="-669925" algn="l" defTabSz="2146300" rtl="0" eaLnBrk="0" fontAlgn="base" hangingPunct="0">
        <a:spcBef>
          <a:spcPct val="20000"/>
        </a:spcBef>
        <a:spcAft>
          <a:spcPct val="0"/>
        </a:spcAft>
        <a:buChar char="–"/>
        <a:defRPr sz="6600">
          <a:solidFill>
            <a:schemeClr val="tx1"/>
          </a:solidFill>
          <a:latin typeface="+mn-lt"/>
        </a:defRPr>
      </a:lvl2pPr>
      <a:lvl3pPr marL="2681288" indent="-534988" algn="l" defTabSz="2146300" rtl="0" eaLnBrk="0" fontAlgn="base" hangingPunct="0">
        <a:spcBef>
          <a:spcPct val="20000"/>
        </a:spcBef>
        <a:spcAft>
          <a:spcPct val="0"/>
        </a:spcAft>
        <a:buChar char="•"/>
        <a:defRPr sz="5700">
          <a:solidFill>
            <a:schemeClr val="tx1"/>
          </a:solidFill>
          <a:latin typeface="+mn-lt"/>
        </a:defRPr>
      </a:lvl3pPr>
      <a:lvl4pPr marL="3754438" indent="-534988" algn="l" defTabSz="2146300" rtl="0" eaLnBrk="0" fontAlgn="base" hangingPunct="0">
        <a:spcBef>
          <a:spcPct val="20000"/>
        </a:spcBef>
        <a:spcAft>
          <a:spcPct val="0"/>
        </a:spcAft>
        <a:buChar char="–"/>
        <a:defRPr sz="4700">
          <a:solidFill>
            <a:schemeClr val="tx1"/>
          </a:solidFill>
          <a:latin typeface="+mn-lt"/>
        </a:defRPr>
      </a:lvl4pPr>
      <a:lvl5pPr marL="4827588" indent="-536575" algn="l" defTabSz="2146300" rtl="0" eaLnBrk="0" fontAlgn="base" hangingPunct="0">
        <a:spcBef>
          <a:spcPct val="20000"/>
        </a:spcBef>
        <a:spcAft>
          <a:spcPct val="0"/>
        </a:spcAft>
        <a:buChar char="»"/>
        <a:defRPr sz="4700">
          <a:solidFill>
            <a:schemeClr val="tx1"/>
          </a:solidFill>
          <a:latin typeface="+mn-lt"/>
        </a:defRPr>
      </a:lvl5pPr>
      <a:lvl6pPr marL="5284788" indent="-536575" algn="l" defTabSz="2146300" rtl="0" eaLnBrk="0" fontAlgn="base" hangingPunct="0">
        <a:spcBef>
          <a:spcPct val="20000"/>
        </a:spcBef>
        <a:spcAft>
          <a:spcPct val="0"/>
        </a:spcAft>
        <a:buChar char="»"/>
        <a:defRPr sz="4700">
          <a:solidFill>
            <a:schemeClr val="tx1"/>
          </a:solidFill>
          <a:latin typeface="+mn-lt"/>
        </a:defRPr>
      </a:lvl6pPr>
      <a:lvl7pPr marL="5741988" indent="-536575" algn="l" defTabSz="2146300" rtl="0" eaLnBrk="0" fontAlgn="base" hangingPunct="0">
        <a:spcBef>
          <a:spcPct val="20000"/>
        </a:spcBef>
        <a:spcAft>
          <a:spcPct val="0"/>
        </a:spcAft>
        <a:buChar char="»"/>
        <a:defRPr sz="4700">
          <a:solidFill>
            <a:schemeClr val="tx1"/>
          </a:solidFill>
          <a:latin typeface="+mn-lt"/>
        </a:defRPr>
      </a:lvl7pPr>
      <a:lvl8pPr marL="6199188" indent="-536575" algn="l" defTabSz="2146300" rtl="0" eaLnBrk="0" fontAlgn="base" hangingPunct="0">
        <a:spcBef>
          <a:spcPct val="20000"/>
        </a:spcBef>
        <a:spcAft>
          <a:spcPct val="0"/>
        </a:spcAft>
        <a:buChar char="»"/>
        <a:defRPr sz="4700">
          <a:solidFill>
            <a:schemeClr val="tx1"/>
          </a:solidFill>
          <a:latin typeface="+mn-lt"/>
        </a:defRPr>
      </a:lvl8pPr>
      <a:lvl9pPr marL="6656388" indent="-536575" algn="l" defTabSz="2146300" rtl="0" eaLnBrk="0" fontAlgn="base" hangingPunct="0">
        <a:spcBef>
          <a:spcPct val="20000"/>
        </a:spcBef>
        <a:spcAft>
          <a:spcPct val="0"/>
        </a:spcAft>
        <a:buChar char="»"/>
        <a:defRPr sz="47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9" name="Text Box 2">
            <a:extLst>
              <a:ext uri="{FF2B5EF4-FFF2-40B4-BE49-F238E27FC236}">
                <a16:creationId xmlns:a16="http://schemas.microsoft.com/office/drawing/2014/main" id="{9D9CA585-F805-2E4A-AA05-BE566BF56608}"/>
              </a:ext>
            </a:extLst>
          </p:cNvPr>
          <p:cNvSpPr txBox="1">
            <a:spLocks noChangeArrowheads="1"/>
          </p:cNvSpPr>
          <p:nvPr/>
        </p:nvSpPr>
        <p:spPr bwMode="auto">
          <a:xfrm>
            <a:off x="-7938" y="912813"/>
            <a:ext cx="22631401" cy="2141537"/>
          </a:xfrm>
          <a:prstGeom prst="rect">
            <a:avLst/>
          </a:prstGeom>
          <a:noFill/>
          <a:ln>
            <a:noFill/>
          </a:ln>
          <a:effectLst/>
        </p:spPr>
        <p:txBody>
          <a:bodyPr lIns="271541" tIns="362055" rIns="271541" bIns="271541"/>
          <a:lstStyle>
            <a:lvl1pPr defTabSz="460375">
              <a:defRPr sz="2400">
                <a:solidFill>
                  <a:schemeClr val="tx1"/>
                </a:solidFill>
                <a:latin typeface="Times New Roman" panose="02020603050405020304" pitchFamily="18" charset="0"/>
              </a:defRPr>
            </a:lvl1pPr>
            <a:lvl2pPr marL="742950" indent="-285750" defTabSz="460375">
              <a:defRPr sz="2400">
                <a:solidFill>
                  <a:schemeClr val="tx1"/>
                </a:solidFill>
                <a:latin typeface="Times New Roman" panose="02020603050405020304" pitchFamily="18" charset="0"/>
              </a:defRPr>
            </a:lvl2pPr>
            <a:lvl3pPr marL="1143000" indent="-228600" defTabSz="460375">
              <a:defRPr sz="2400">
                <a:solidFill>
                  <a:schemeClr val="tx1"/>
                </a:solidFill>
                <a:latin typeface="Times New Roman" panose="02020603050405020304" pitchFamily="18" charset="0"/>
              </a:defRPr>
            </a:lvl3pPr>
            <a:lvl4pPr marL="1600200" indent="-228600" defTabSz="460375">
              <a:defRPr sz="2400">
                <a:solidFill>
                  <a:schemeClr val="tx1"/>
                </a:solidFill>
                <a:latin typeface="Times New Roman" panose="02020603050405020304" pitchFamily="18" charset="0"/>
              </a:defRPr>
            </a:lvl4pPr>
            <a:lvl5pPr marL="2057400" indent="-228600" defTabSz="460375">
              <a:defRPr sz="2400">
                <a:solidFill>
                  <a:schemeClr val="tx1"/>
                </a:solidFill>
                <a:latin typeface="Times New Roman" panose="02020603050405020304" pitchFamily="18" charset="0"/>
              </a:defRPr>
            </a:lvl5pPr>
            <a:lvl6pPr marL="2514600" indent="-228600" defTabSz="4603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603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603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60375" eaLnBrk="0" fontAlgn="base" hangingPunct="0">
              <a:spcBef>
                <a:spcPct val="0"/>
              </a:spcBef>
              <a:spcAft>
                <a:spcPct val="0"/>
              </a:spcAft>
              <a:defRPr sz="2400">
                <a:solidFill>
                  <a:schemeClr val="tx1"/>
                </a:solidFill>
                <a:latin typeface="Times New Roman" panose="02020603050405020304" pitchFamily="18" charset="0"/>
              </a:defRPr>
            </a:lvl9pPr>
          </a:lstStyle>
          <a:p>
            <a:pPr algn="ctr">
              <a:defRPr/>
            </a:pPr>
            <a:r>
              <a:rPr lang="en-GB" altLang="en-US" sz="4300" b="1" dirty="0">
                <a:solidFill>
                  <a:schemeClr val="accent6"/>
                </a:solidFill>
                <a:latin typeface="Verdana" panose="020B0604030504040204" pitchFamily="34" charset="0"/>
              </a:rPr>
              <a:t>Rand LED flicker IoT to Cloud Project</a:t>
            </a:r>
          </a:p>
          <a:p>
            <a:pPr algn="ctr">
              <a:spcBef>
                <a:spcPct val="20000"/>
              </a:spcBef>
              <a:defRPr/>
            </a:pPr>
            <a:r>
              <a:rPr lang="en-GB" altLang="en-US" sz="2800" b="1" dirty="0">
                <a:latin typeface="Verdana" panose="020B0604030504040204" pitchFamily="34" charset="0"/>
              </a:rPr>
              <a:t>Annie Place 2301241</a:t>
            </a:r>
          </a:p>
          <a:p>
            <a:pPr algn="ctr">
              <a:spcBef>
                <a:spcPct val="20000"/>
              </a:spcBef>
              <a:defRPr/>
            </a:pPr>
            <a:r>
              <a:rPr lang="en-GB" altLang="en-US" sz="2500" b="1" dirty="0">
                <a:latin typeface="Verdana" panose="020B0604030504040204" pitchFamily="34" charset="0"/>
              </a:rPr>
              <a:t>CMP408</a:t>
            </a:r>
            <a:endParaRPr lang="en-AU" altLang="en-US" sz="2500" b="1" dirty="0">
              <a:latin typeface="Verdana" panose="020B0604030504040204" pitchFamily="34" charset="0"/>
            </a:endParaRPr>
          </a:p>
        </p:txBody>
      </p:sp>
      <p:sp>
        <p:nvSpPr>
          <p:cNvPr id="4100" name="Rectangle 3">
            <a:extLst>
              <a:ext uri="{FF2B5EF4-FFF2-40B4-BE49-F238E27FC236}">
                <a16:creationId xmlns:a16="http://schemas.microsoft.com/office/drawing/2014/main" id="{E24527B6-1181-965E-587B-28CD36FD02D2}"/>
              </a:ext>
            </a:extLst>
          </p:cNvPr>
          <p:cNvSpPr>
            <a:spLocks noChangeArrowheads="1"/>
          </p:cNvSpPr>
          <p:nvPr/>
        </p:nvSpPr>
        <p:spPr bwMode="auto">
          <a:xfrm>
            <a:off x="0" y="3097213"/>
            <a:ext cx="22631400" cy="111125"/>
          </a:xfrm>
          <a:prstGeom prst="rect">
            <a:avLst/>
          </a:prstGeom>
          <a:solidFill>
            <a:schemeClr val="accent2">
              <a:lumMod val="50000"/>
            </a:schemeClr>
          </a:solidFill>
          <a:ln>
            <a:noFill/>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endParaRPr lang="en-GB" altLang="en-US"/>
          </a:p>
        </p:txBody>
      </p:sp>
      <p:sp>
        <p:nvSpPr>
          <p:cNvPr id="2" name="Rectangle 4">
            <a:extLst>
              <a:ext uri="{FF2B5EF4-FFF2-40B4-BE49-F238E27FC236}">
                <a16:creationId xmlns:a16="http://schemas.microsoft.com/office/drawing/2014/main" id="{96543B1C-27A4-FC90-55F7-9F1FCB153B33}"/>
              </a:ext>
            </a:extLst>
          </p:cNvPr>
          <p:cNvSpPr>
            <a:spLocks noChangeArrowheads="1"/>
          </p:cNvSpPr>
          <p:nvPr/>
        </p:nvSpPr>
        <p:spPr bwMode="auto">
          <a:xfrm>
            <a:off x="16967200" y="13500100"/>
            <a:ext cx="5073650" cy="1501775"/>
          </a:xfrm>
          <a:prstGeom prst="rect">
            <a:avLst/>
          </a:prstGeom>
          <a:solidFill>
            <a:schemeClr val="bg1"/>
          </a:solidFill>
          <a:ln w="38100">
            <a:solidFill>
              <a:schemeClr val="accent6">
                <a:lumMod val="75000"/>
              </a:schemeClr>
            </a:solidFill>
            <a:miter lim="800000"/>
            <a:headEnd/>
            <a:tailEnd/>
          </a:ln>
          <a:effectLst/>
        </p:spPr>
        <p:txBody>
          <a:bodyPr lIns="181027" tIns="181027" rIns="181027" bIns="181027"/>
          <a:lstStyle>
            <a:lvl1pPr defTabSz="460375">
              <a:defRPr sz="2400">
                <a:solidFill>
                  <a:schemeClr val="tx1"/>
                </a:solidFill>
                <a:latin typeface="Times New Roman" panose="02020603050405020304" pitchFamily="18" charset="0"/>
              </a:defRPr>
            </a:lvl1pPr>
            <a:lvl2pPr marL="742950" indent="-285750" defTabSz="460375">
              <a:defRPr sz="2400">
                <a:solidFill>
                  <a:schemeClr val="tx1"/>
                </a:solidFill>
                <a:latin typeface="Times New Roman" panose="02020603050405020304" pitchFamily="18" charset="0"/>
              </a:defRPr>
            </a:lvl2pPr>
            <a:lvl3pPr marL="1143000" indent="-228600" defTabSz="460375">
              <a:defRPr sz="2400">
                <a:solidFill>
                  <a:schemeClr val="tx1"/>
                </a:solidFill>
                <a:latin typeface="Times New Roman" panose="02020603050405020304" pitchFamily="18" charset="0"/>
              </a:defRPr>
            </a:lvl3pPr>
            <a:lvl4pPr marL="1600200" indent="-228600" defTabSz="460375">
              <a:defRPr sz="2400">
                <a:solidFill>
                  <a:schemeClr val="tx1"/>
                </a:solidFill>
                <a:latin typeface="Times New Roman" panose="02020603050405020304" pitchFamily="18" charset="0"/>
              </a:defRPr>
            </a:lvl4pPr>
            <a:lvl5pPr marL="2057400" indent="-228600" defTabSz="460375">
              <a:defRPr sz="2400">
                <a:solidFill>
                  <a:schemeClr val="tx1"/>
                </a:solidFill>
                <a:latin typeface="Times New Roman" panose="02020603050405020304" pitchFamily="18" charset="0"/>
              </a:defRPr>
            </a:lvl5pPr>
            <a:lvl6pPr marL="2514600" indent="-228600" defTabSz="4603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603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603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60375" eaLnBrk="0" fontAlgn="base" hangingPunct="0">
              <a:spcBef>
                <a:spcPct val="0"/>
              </a:spcBef>
              <a:spcAft>
                <a:spcPct val="0"/>
              </a:spcAft>
              <a:defRPr sz="2400">
                <a:solidFill>
                  <a:schemeClr val="tx1"/>
                </a:solidFill>
                <a:latin typeface="Times New Roman" panose="02020603050405020304" pitchFamily="18" charset="0"/>
              </a:defRPr>
            </a:lvl9pPr>
          </a:lstStyle>
          <a:p>
            <a:r>
              <a:rPr lang="en-150" sz="1600" dirty="0">
                <a:latin typeface="Verdana" panose="020B0604030504040204" pitchFamily="34" charset="0"/>
                <a:ea typeface="Verdana" panose="020B0604030504040204" pitchFamily="34" charset="0"/>
              </a:rPr>
              <a:t>Sinha, S. (2024) </a:t>
            </a:r>
            <a:r>
              <a:rPr lang="en-150" sz="1600" i="1" dirty="0">
                <a:latin typeface="Verdana" panose="020B0604030504040204" pitchFamily="34" charset="0"/>
                <a:ea typeface="Verdana" panose="020B0604030504040204" pitchFamily="34" charset="0"/>
              </a:rPr>
              <a:t>State of IoT 2024: Number of connected IoT devices growing 13% to 18.8 billion globally</a:t>
            </a:r>
            <a:r>
              <a:rPr lang="en-150" sz="1600" dirty="0">
                <a:latin typeface="Verdana" panose="020B0604030504040204" pitchFamily="34" charset="0"/>
                <a:ea typeface="Verdana" panose="020B0604030504040204" pitchFamily="34" charset="0"/>
              </a:rPr>
              <a:t>, </a:t>
            </a:r>
            <a:r>
              <a:rPr lang="en-150" sz="1600" i="1" dirty="0">
                <a:latin typeface="Verdana" panose="020B0604030504040204" pitchFamily="34" charset="0"/>
                <a:ea typeface="Verdana" panose="020B0604030504040204" pitchFamily="34" charset="0"/>
              </a:rPr>
              <a:t>IoT Analytics</a:t>
            </a:r>
            <a:r>
              <a:rPr lang="en-150" sz="1600" dirty="0">
                <a:latin typeface="Verdana" panose="020B0604030504040204" pitchFamily="34" charset="0"/>
                <a:ea typeface="Verdana" panose="020B0604030504040204" pitchFamily="34" charset="0"/>
              </a:rPr>
              <a:t>.</a:t>
            </a:r>
            <a:endParaRPr lang="en-US" sz="1600" dirty="0">
              <a:latin typeface="Verdana" panose="020B0604030504040204" pitchFamily="34" charset="0"/>
              <a:ea typeface="Verdana" panose="020B0604030504040204" pitchFamily="34" charset="0"/>
            </a:endParaRPr>
          </a:p>
          <a:p>
            <a:endParaRPr lang="en-150" sz="1600" dirty="0">
              <a:latin typeface="Verdana" panose="020B0604030504040204" pitchFamily="34" charset="0"/>
              <a:ea typeface="Verdana" panose="020B0604030504040204" pitchFamily="34" charset="0"/>
            </a:endParaRPr>
          </a:p>
        </p:txBody>
      </p:sp>
      <p:sp>
        <p:nvSpPr>
          <p:cNvPr id="4101" name="Rectangle 5">
            <a:extLst>
              <a:ext uri="{FF2B5EF4-FFF2-40B4-BE49-F238E27FC236}">
                <a16:creationId xmlns:a16="http://schemas.microsoft.com/office/drawing/2014/main" id="{6CEE88F2-8166-9BDC-DC28-BF1F5E06D691}"/>
              </a:ext>
            </a:extLst>
          </p:cNvPr>
          <p:cNvSpPr>
            <a:spLocks noChangeArrowheads="1"/>
          </p:cNvSpPr>
          <p:nvPr/>
        </p:nvSpPr>
        <p:spPr bwMode="auto">
          <a:xfrm>
            <a:off x="17013238" y="10679113"/>
            <a:ext cx="5068887" cy="1971675"/>
          </a:xfrm>
          <a:prstGeom prst="rect">
            <a:avLst/>
          </a:prstGeom>
          <a:solidFill>
            <a:schemeClr val="bg1"/>
          </a:solidFill>
          <a:ln w="38100">
            <a:solidFill>
              <a:schemeClr val="accent6">
                <a:lumMod val="75000"/>
              </a:schemeClr>
            </a:solidFill>
            <a:miter lim="800000"/>
            <a:headEnd/>
            <a:tailEnd/>
          </a:ln>
          <a:effectLst/>
        </p:spPr>
        <p:txBody>
          <a:bodyPr lIns="181027" tIns="181027" rIns="181027" bIns="181027"/>
          <a:lstStyle>
            <a:lvl1pPr defTabSz="460375">
              <a:defRPr sz="2400">
                <a:solidFill>
                  <a:schemeClr val="tx1"/>
                </a:solidFill>
                <a:latin typeface="Times New Roman" panose="02020603050405020304" pitchFamily="18" charset="0"/>
              </a:defRPr>
            </a:lvl1pPr>
            <a:lvl2pPr marL="742950" indent="-285750" defTabSz="460375">
              <a:defRPr sz="2400">
                <a:solidFill>
                  <a:schemeClr val="tx1"/>
                </a:solidFill>
                <a:latin typeface="Times New Roman" panose="02020603050405020304" pitchFamily="18" charset="0"/>
              </a:defRPr>
            </a:lvl2pPr>
            <a:lvl3pPr marL="1143000" indent="-228600" defTabSz="460375">
              <a:defRPr sz="2400">
                <a:solidFill>
                  <a:schemeClr val="tx1"/>
                </a:solidFill>
                <a:latin typeface="Times New Roman" panose="02020603050405020304" pitchFamily="18" charset="0"/>
              </a:defRPr>
            </a:lvl3pPr>
            <a:lvl4pPr marL="1600200" indent="-228600" defTabSz="460375">
              <a:defRPr sz="2400">
                <a:solidFill>
                  <a:schemeClr val="tx1"/>
                </a:solidFill>
                <a:latin typeface="Times New Roman" panose="02020603050405020304" pitchFamily="18" charset="0"/>
              </a:defRPr>
            </a:lvl4pPr>
            <a:lvl5pPr marL="2057400" indent="-228600" defTabSz="460375">
              <a:defRPr sz="2400">
                <a:solidFill>
                  <a:schemeClr val="tx1"/>
                </a:solidFill>
                <a:latin typeface="Times New Roman" panose="02020603050405020304" pitchFamily="18" charset="0"/>
              </a:defRPr>
            </a:lvl5pPr>
            <a:lvl6pPr marL="2514600" indent="-228600" defTabSz="4603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603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603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60375" eaLnBrk="0" fontAlgn="base" hangingPunct="0">
              <a:spcBef>
                <a:spcPct val="0"/>
              </a:spcBef>
              <a:spcAft>
                <a:spcPct val="0"/>
              </a:spcAft>
              <a:defRPr sz="2400">
                <a:solidFill>
                  <a:schemeClr val="tx1"/>
                </a:solidFill>
                <a:latin typeface="Times New Roman" panose="02020603050405020304" pitchFamily="18" charset="0"/>
              </a:defRPr>
            </a:lvl9pPr>
          </a:lstStyle>
          <a:p>
            <a:pPr algn="just">
              <a:spcBef>
                <a:spcPct val="50000"/>
              </a:spcBef>
              <a:defRPr/>
            </a:pPr>
            <a:r>
              <a:rPr lang="en-US" altLang="en-US" sz="1600" dirty="0">
                <a:latin typeface="Verdana" panose="020B0604030504040204" pitchFamily="34" charset="0"/>
              </a:rPr>
              <a:t>In the future the tester would like to expand the amount of pins utilized and attach mp3-based synchronization between the pins and songs that could be played at the same time.  This would allow for the lights to “dance” to different musical numbers. </a:t>
            </a:r>
          </a:p>
        </p:txBody>
      </p:sp>
      <p:sp>
        <p:nvSpPr>
          <p:cNvPr id="4102" name="Rectangle 7">
            <a:extLst>
              <a:ext uri="{FF2B5EF4-FFF2-40B4-BE49-F238E27FC236}">
                <a16:creationId xmlns:a16="http://schemas.microsoft.com/office/drawing/2014/main" id="{8B2F9F21-C5DC-5C3B-3D35-79A0AA96D2E3}"/>
              </a:ext>
            </a:extLst>
          </p:cNvPr>
          <p:cNvSpPr>
            <a:spLocks noChangeArrowheads="1"/>
          </p:cNvSpPr>
          <p:nvPr/>
        </p:nvSpPr>
        <p:spPr bwMode="auto">
          <a:xfrm>
            <a:off x="590550" y="4603750"/>
            <a:ext cx="5057775" cy="10348913"/>
          </a:xfrm>
          <a:prstGeom prst="rect">
            <a:avLst/>
          </a:prstGeom>
          <a:solidFill>
            <a:schemeClr val="bg1"/>
          </a:solidFill>
          <a:ln w="38100">
            <a:solidFill>
              <a:schemeClr val="accent6">
                <a:lumMod val="75000"/>
              </a:schemeClr>
            </a:solidFill>
            <a:miter lim="800000"/>
            <a:headEnd/>
            <a:tailEnd/>
          </a:ln>
          <a:effectLst/>
        </p:spPr>
        <p:txBody>
          <a:bodyPr lIns="181027" tIns="181027" rIns="181027" bIns="181027"/>
          <a:lstStyle>
            <a:lvl1pPr defTabSz="460375">
              <a:defRPr sz="2400">
                <a:solidFill>
                  <a:schemeClr val="tx1"/>
                </a:solidFill>
                <a:latin typeface="Times New Roman" panose="02020603050405020304" pitchFamily="18" charset="0"/>
              </a:defRPr>
            </a:lvl1pPr>
            <a:lvl2pPr marL="742950" indent="-285750" defTabSz="460375">
              <a:defRPr sz="2400">
                <a:solidFill>
                  <a:schemeClr val="tx1"/>
                </a:solidFill>
                <a:latin typeface="Times New Roman" panose="02020603050405020304" pitchFamily="18" charset="0"/>
              </a:defRPr>
            </a:lvl2pPr>
            <a:lvl3pPr marL="1143000" indent="-228600" defTabSz="460375">
              <a:defRPr sz="2400">
                <a:solidFill>
                  <a:schemeClr val="tx1"/>
                </a:solidFill>
                <a:latin typeface="Times New Roman" panose="02020603050405020304" pitchFamily="18" charset="0"/>
              </a:defRPr>
            </a:lvl3pPr>
            <a:lvl4pPr marL="1600200" indent="-228600" defTabSz="460375">
              <a:defRPr sz="2400">
                <a:solidFill>
                  <a:schemeClr val="tx1"/>
                </a:solidFill>
                <a:latin typeface="Times New Roman" panose="02020603050405020304" pitchFamily="18" charset="0"/>
              </a:defRPr>
            </a:lvl4pPr>
            <a:lvl5pPr marL="2057400" indent="-228600" defTabSz="460375">
              <a:defRPr sz="2400">
                <a:solidFill>
                  <a:schemeClr val="tx1"/>
                </a:solidFill>
                <a:latin typeface="Times New Roman" panose="02020603050405020304" pitchFamily="18" charset="0"/>
              </a:defRPr>
            </a:lvl5pPr>
            <a:lvl6pPr marL="2514600" indent="-228600" defTabSz="4603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603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603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60375" eaLnBrk="0" fontAlgn="base" hangingPunct="0">
              <a:spcBef>
                <a:spcPct val="0"/>
              </a:spcBef>
              <a:spcAft>
                <a:spcPct val="0"/>
              </a:spcAft>
              <a:defRPr sz="2400">
                <a:solidFill>
                  <a:schemeClr val="tx1"/>
                </a:solidFill>
                <a:latin typeface="Times New Roman" panose="02020603050405020304" pitchFamily="18" charset="0"/>
              </a:defRPr>
            </a:lvl9pPr>
          </a:lstStyle>
          <a:p>
            <a:pPr algn="just">
              <a:spcBef>
                <a:spcPct val="50000"/>
              </a:spcBef>
              <a:defRPr/>
            </a:pPr>
            <a:r>
              <a:rPr lang="en-AU" altLang="en-US" sz="1600" dirty="0">
                <a:latin typeface="Verdana" panose="020B0604030504040204" pitchFamily="34" charset="0"/>
              </a:rPr>
              <a:t>Content</a:t>
            </a:r>
          </a:p>
          <a:p>
            <a:pPr algn="just">
              <a:spcBef>
                <a:spcPct val="50000"/>
              </a:spcBef>
              <a:defRPr/>
            </a:pPr>
            <a:r>
              <a:rPr lang="en-AU" altLang="en-US" sz="1600" dirty="0">
                <a:latin typeface="Verdana" panose="020B0604030504040204" pitchFamily="34" charset="0"/>
              </a:rPr>
              <a:t>This project is a kernel based python script ran on a raspberry pi zero. This python script connects to a loadable kernel module that randomly flickers three LEDs attached to GPIO pins on the Pi pin board. The </a:t>
            </a:r>
            <a:r>
              <a:rPr lang="en-AU" altLang="en-US" sz="1600">
                <a:latin typeface="Verdana" panose="020B0604030504040204" pitchFamily="34" charset="0"/>
              </a:rPr>
              <a:t>timings of </a:t>
            </a:r>
            <a:r>
              <a:rPr lang="en-AU" altLang="en-US" sz="1600" dirty="0">
                <a:latin typeface="Verdana" panose="020B0604030504040204" pitchFamily="34" charset="0"/>
              </a:rPr>
              <a:t>these flickers are then saved into a DynamoDB table through lambda expressions that connect to a EC2 server.  </a:t>
            </a:r>
            <a:endParaRPr lang="en-GB" altLang="en-US" sz="1400" i="1" dirty="0">
              <a:latin typeface="Arial" panose="020B0604020202020204" pitchFamily="34" charset="0"/>
            </a:endParaRPr>
          </a:p>
          <a:p>
            <a:pPr algn="just">
              <a:spcBef>
                <a:spcPct val="40000"/>
              </a:spcBef>
              <a:defRPr/>
            </a:pPr>
            <a:endParaRPr lang="en-GB" altLang="en-US" sz="1600" i="1" dirty="0">
              <a:latin typeface="Gill Sans" pitchFamily="1" charset="0"/>
            </a:endParaRPr>
          </a:p>
        </p:txBody>
      </p:sp>
      <p:sp>
        <p:nvSpPr>
          <p:cNvPr id="4106" name="Rectangle 8">
            <a:extLst>
              <a:ext uri="{FF2B5EF4-FFF2-40B4-BE49-F238E27FC236}">
                <a16:creationId xmlns:a16="http://schemas.microsoft.com/office/drawing/2014/main" id="{D3086474-58D2-EFD4-5E90-42F1F5E2FA9E}"/>
              </a:ext>
            </a:extLst>
          </p:cNvPr>
          <p:cNvSpPr>
            <a:spLocks noChangeArrowheads="1"/>
          </p:cNvSpPr>
          <p:nvPr/>
        </p:nvSpPr>
        <p:spPr bwMode="auto">
          <a:xfrm>
            <a:off x="6167438" y="4635500"/>
            <a:ext cx="10272712" cy="10348913"/>
          </a:xfrm>
          <a:prstGeom prst="rect">
            <a:avLst/>
          </a:prstGeom>
          <a:solidFill>
            <a:schemeClr val="bg1"/>
          </a:solidFill>
          <a:ln w="38100">
            <a:solidFill>
              <a:schemeClr val="accent6">
                <a:lumMod val="75000"/>
              </a:schemeClr>
            </a:solidFill>
            <a:miter lim="800000"/>
            <a:headEnd/>
            <a:tailEnd/>
          </a:ln>
          <a:effectLst/>
        </p:spPr>
        <p:txBody>
          <a:bodyPr lIns="181027" tIns="181027" rIns="181027" bIns="181027"/>
          <a:lstStyle>
            <a:lvl1pPr marL="190500" indent="-190500" defTabSz="460375">
              <a:defRPr sz="2400">
                <a:solidFill>
                  <a:schemeClr val="tx1"/>
                </a:solidFill>
                <a:latin typeface="Times New Roman" panose="02020603050405020304" pitchFamily="18" charset="0"/>
              </a:defRPr>
            </a:lvl1pPr>
            <a:lvl2pPr marL="742950" indent="-285750" defTabSz="460375">
              <a:defRPr sz="2400">
                <a:solidFill>
                  <a:schemeClr val="tx1"/>
                </a:solidFill>
                <a:latin typeface="Times New Roman" panose="02020603050405020304" pitchFamily="18" charset="0"/>
              </a:defRPr>
            </a:lvl2pPr>
            <a:lvl3pPr marL="1143000" indent="-228600" defTabSz="460375">
              <a:defRPr sz="2400">
                <a:solidFill>
                  <a:schemeClr val="tx1"/>
                </a:solidFill>
                <a:latin typeface="Times New Roman" panose="02020603050405020304" pitchFamily="18" charset="0"/>
              </a:defRPr>
            </a:lvl3pPr>
            <a:lvl4pPr marL="1600200" indent="-228600" defTabSz="460375">
              <a:defRPr sz="2400">
                <a:solidFill>
                  <a:schemeClr val="tx1"/>
                </a:solidFill>
                <a:latin typeface="Times New Roman" panose="02020603050405020304" pitchFamily="18" charset="0"/>
              </a:defRPr>
            </a:lvl4pPr>
            <a:lvl5pPr marL="2057400" indent="-228600" defTabSz="460375">
              <a:defRPr sz="2400">
                <a:solidFill>
                  <a:schemeClr val="tx1"/>
                </a:solidFill>
                <a:latin typeface="Times New Roman" panose="02020603050405020304" pitchFamily="18" charset="0"/>
              </a:defRPr>
            </a:lvl5pPr>
            <a:lvl6pPr marL="2514600" indent="-228600" defTabSz="4603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603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603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60375" eaLnBrk="0" fontAlgn="base" hangingPunct="0">
              <a:spcBef>
                <a:spcPct val="0"/>
              </a:spcBef>
              <a:spcAft>
                <a:spcPct val="0"/>
              </a:spcAft>
              <a:defRPr sz="2400">
                <a:solidFill>
                  <a:schemeClr val="tx1"/>
                </a:solidFill>
                <a:latin typeface="Times New Roman" panose="02020603050405020304" pitchFamily="18" charset="0"/>
              </a:defRPr>
            </a:lvl9pPr>
          </a:lstStyle>
          <a:p>
            <a:pPr algn="just">
              <a:spcBef>
                <a:spcPct val="50000"/>
              </a:spcBef>
              <a:buSzPct val="60000"/>
              <a:buFont typeface="Monotype Sorts" pitchFamily="1" charset="2"/>
              <a:buNone/>
              <a:defRPr/>
            </a:pPr>
            <a:r>
              <a:rPr lang="en-AU" altLang="en-US" sz="1600" dirty="0">
                <a:latin typeface="Verdana" panose="020B0604030504040204" pitchFamily="34" charset="0"/>
              </a:rPr>
              <a:t>Content:</a:t>
            </a:r>
          </a:p>
          <a:p>
            <a:pPr algn="just">
              <a:spcBef>
                <a:spcPct val="50000"/>
              </a:spcBef>
              <a:buSzPct val="60000"/>
              <a:buFont typeface="Monotype Sorts" pitchFamily="1" charset="2"/>
              <a:buNone/>
              <a:defRPr/>
            </a:pPr>
            <a:r>
              <a:rPr lang="en-AU" altLang="en-US" sz="1600" dirty="0">
                <a:latin typeface="Verdana" panose="020B0604030504040204" pitchFamily="34" charset="0"/>
              </a:rPr>
              <a:t>Hardware development:</a:t>
            </a:r>
          </a:p>
          <a:p>
            <a:pPr algn="just">
              <a:spcBef>
                <a:spcPct val="50000"/>
              </a:spcBef>
              <a:buSzPct val="60000"/>
              <a:buFont typeface="Monotype Sorts" pitchFamily="1" charset="2"/>
              <a:buNone/>
              <a:defRPr/>
            </a:pPr>
            <a:r>
              <a:rPr lang="en-AU" altLang="en-US" sz="1600" dirty="0">
                <a:latin typeface="Verdana" panose="020B0604030504040204" pitchFamily="34" charset="0"/>
              </a:rPr>
              <a:t>	- The Raspberry Pi Zero provided had three LED devices attached to its GPIO pin board.  The pins utilized were 24, 23, and 14 as well as three grounded pins as displayed below.  </a:t>
            </a:r>
          </a:p>
          <a:p>
            <a:pPr algn="just">
              <a:spcBef>
                <a:spcPct val="50000"/>
              </a:spcBef>
              <a:buSzPct val="60000"/>
              <a:buFont typeface="Monotype Sorts" pitchFamily="1" charset="2"/>
              <a:buNone/>
              <a:defRPr/>
            </a:pPr>
            <a:r>
              <a:rPr lang="en-AU" altLang="en-US" sz="1600" dirty="0">
                <a:latin typeface="Verdana" panose="020B0604030504040204" pitchFamily="34" charset="0"/>
              </a:rPr>
              <a:t>	- The Pi was hard programmed to be permanently routed</a:t>
            </a:r>
          </a:p>
          <a:p>
            <a:pPr algn="just">
              <a:spcBef>
                <a:spcPct val="50000"/>
              </a:spcBef>
              <a:buSzPct val="60000"/>
              <a:buFont typeface="Monotype Sorts" pitchFamily="1" charset="2"/>
              <a:buNone/>
              <a:defRPr/>
            </a:pPr>
            <a:r>
              <a:rPr lang="en-AU" altLang="en-US" sz="1600" dirty="0">
                <a:latin typeface="Verdana" panose="020B0604030504040204" pitchFamily="34" charset="0"/>
              </a:rPr>
              <a:t>to the local </a:t>
            </a:r>
            <a:r>
              <a:rPr lang="en-AU" altLang="en-US" sz="1600" dirty="0" err="1">
                <a:latin typeface="Verdana" panose="020B0604030504040204" pitchFamily="34" charset="0"/>
              </a:rPr>
              <a:t>WiFi</a:t>
            </a:r>
            <a:r>
              <a:rPr lang="en-AU" altLang="en-US" sz="1600" dirty="0">
                <a:latin typeface="Verdana" panose="020B0604030504040204" pitchFamily="34" charset="0"/>
              </a:rPr>
              <a:t> network utilized by the programmer.</a:t>
            </a:r>
          </a:p>
          <a:p>
            <a:pPr algn="just">
              <a:spcBef>
                <a:spcPct val="50000"/>
              </a:spcBef>
              <a:buSzPct val="60000"/>
              <a:buFont typeface="Monotype Sorts" pitchFamily="1" charset="2"/>
              <a:buNone/>
              <a:defRPr/>
            </a:pPr>
            <a:r>
              <a:rPr lang="en-AU" altLang="en-US" sz="1600" dirty="0">
                <a:latin typeface="Verdana" panose="020B0604030504040204" pitchFamily="34" charset="0"/>
              </a:rPr>
              <a:t>Python development:</a:t>
            </a:r>
          </a:p>
          <a:p>
            <a:pPr algn="just">
              <a:spcBef>
                <a:spcPct val="50000"/>
              </a:spcBef>
              <a:buSzPct val="60000"/>
              <a:buFont typeface="Monotype Sorts" pitchFamily="1" charset="2"/>
              <a:buNone/>
              <a:defRPr/>
            </a:pPr>
            <a:r>
              <a:rPr lang="en-AU" altLang="en-US" sz="1600" dirty="0">
                <a:latin typeface="Verdana" panose="020B0604030504040204" pitchFamily="34" charset="0"/>
              </a:rPr>
              <a:t>	- Before Kernel construction, a simple python script</a:t>
            </a:r>
          </a:p>
          <a:p>
            <a:pPr algn="just">
              <a:spcBef>
                <a:spcPct val="50000"/>
              </a:spcBef>
              <a:buSzPct val="60000"/>
              <a:buFont typeface="Monotype Sorts" pitchFamily="1" charset="2"/>
              <a:buNone/>
              <a:defRPr/>
            </a:pPr>
            <a:r>
              <a:rPr lang="en-AU" altLang="en-US" sz="1600" dirty="0">
                <a:latin typeface="Verdana" panose="020B0604030504040204" pitchFamily="34" charset="0"/>
              </a:rPr>
              <a:t>utilizing the GPIO python library was created that randomly</a:t>
            </a:r>
          </a:p>
          <a:p>
            <a:pPr algn="just">
              <a:spcBef>
                <a:spcPct val="50000"/>
              </a:spcBef>
              <a:buSzPct val="60000"/>
              <a:buFont typeface="Monotype Sorts" pitchFamily="1" charset="2"/>
              <a:buNone/>
              <a:defRPr/>
            </a:pPr>
            <a:r>
              <a:rPr lang="en-AU" altLang="en-US" sz="1600" dirty="0">
                <a:latin typeface="Verdana" panose="020B0604030504040204" pitchFamily="34" charset="0"/>
              </a:rPr>
              <a:t>flickered the three LEDs on a off. </a:t>
            </a:r>
          </a:p>
          <a:p>
            <a:pPr algn="just">
              <a:spcBef>
                <a:spcPct val="50000"/>
              </a:spcBef>
              <a:buSzPct val="60000"/>
              <a:buFont typeface="Monotype Sorts" pitchFamily="1" charset="2"/>
              <a:buNone/>
              <a:defRPr/>
            </a:pPr>
            <a:r>
              <a:rPr lang="en-AU" altLang="en-US" sz="1600" dirty="0">
                <a:latin typeface="Verdana" panose="020B0604030504040204" pitchFamily="34" charset="0"/>
              </a:rPr>
              <a:t>	- This was later connected to the developed kernel</a:t>
            </a:r>
          </a:p>
          <a:p>
            <a:pPr algn="just">
              <a:spcBef>
                <a:spcPct val="50000"/>
              </a:spcBef>
              <a:buSzPct val="60000"/>
              <a:buFont typeface="Monotype Sorts" pitchFamily="1" charset="2"/>
              <a:buNone/>
              <a:defRPr/>
            </a:pPr>
            <a:r>
              <a:rPr lang="en-AU" altLang="en-US" sz="1600" dirty="0">
                <a:latin typeface="Verdana" panose="020B0604030504040204" pitchFamily="34" charset="0"/>
              </a:rPr>
              <a:t>module.</a:t>
            </a:r>
          </a:p>
          <a:p>
            <a:pPr algn="just">
              <a:spcBef>
                <a:spcPct val="50000"/>
              </a:spcBef>
              <a:buSzPct val="60000"/>
              <a:buFont typeface="Monotype Sorts" pitchFamily="1" charset="2"/>
              <a:buNone/>
              <a:defRPr/>
            </a:pPr>
            <a:r>
              <a:rPr lang="en-AU" altLang="en-US" sz="1600" dirty="0">
                <a:latin typeface="Verdana" panose="020B0604030504040204" pitchFamily="34" charset="0"/>
              </a:rPr>
              <a:t>LKM development:</a:t>
            </a:r>
          </a:p>
          <a:p>
            <a:pPr algn="just">
              <a:spcBef>
                <a:spcPct val="50000"/>
              </a:spcBef>
              <a:buSzPct val="60000"/>
              <a:buFont typeface="Monotype Sorts" pitchFamily="1" charset="2"/>
              <a:buNone/>
              <a:defRPr/>
            </a:pPr>
            <a:r>
              <a:rPr lang="en-AU" altLang="en-US" sz="1600" dirty="0">
                <a:latin typeface="Verdana" panose="020B0604030504040204" pitchFamily="34" charset="0"/>
              </a:rPr>
              <a:t>	- A kernel module that turns on each LED briefly and attaches three functions that the python script can utilize that turn on and off the LEDs was developed.  These three functions, </a:t>
            </a:r>
            <a:r>
              <a:rPr lang="en-AU" altLang="en-US" sz="1600" dirty="0" err="1">
                <a:latin typeface="Verdana" panose="020B0604030504040204" pitchFamily="34" charset="0"/>
              </a:rPr>
              <a:t>ioctl</a:t>
            </a:r>
            <a:r>
              <a:rPr lang="en-AU" altLang="en-US" sz="1600" dirty="0">
                <a:latin typeface="Verdana" panose="020B0604030504040204" pitchFamily="34" charset="0"/>
              </a:rPr>
              <a:t>, open and release, are then utilized by an io controller library in python which allowed for the method to flicker the lights from the kernel module.</a:t>
            </a:r>
          </a:p>
          <a:p>
            <a:pPr algn="just">
              <a:spcBef>
                <a:spcPct val="50000"/>
              </a:spcBef>
              <a:buSzPct val="60000"/>
              <a:buFont typeface="Monotype Sorts" pitchFamily="1" charset="2"/>
              <a:buNone/>
              <a:defRPr/>
            </a:pPr>
            <a:r>
              <a:rPr lang="en-AU" altLang="en-US" sz="1600" dirty="0">
                <a:latin typeface="Verdana" panose="020B0604030504040204" pitchFamily="34" charset="0"/>
              </a:rPr>
              <a:t>	- A </a:t>
            </a:r>
            <a:r>
              <a:rPr lang="en-AU" altLang="en-US" sz="1600" dirty="0" err="1">
                <a:latin typeface="Verdana" panose="020B0604030504040204" pitchFamily="34" charset="0"/>
              </a:rPr>
              <a:t>Makefile</a:t>
            </a:r>
            <a:r>
              <a:rPr lang="en-AU" altLang="en-US" sz="1600" dirty="0">
                <a:latin typeface="Verdana" panose="020B0604030504040204" pitchFamily="34" charset="0"/>
              </a:rPr>
              <a:t> based off the work of Dr. Abdul Razaq was utilized to make the low level c program into a kernel module.</a:t>
            </a:r>
          </a:p>
          <a:p>
            <a:pPr algn="just">
              <a:spcBef>
                <a:spcPct val="50000"/>
              </a:spcBef>
              <a:buSzPct val="60000"/>
              <a:buFont typeface="Monotype Sorts" pitchFamily="1" charset="2"/>
              <a:buNone/>
              <a:defRPr/>
            </a:pPr>
            <a:endParaRPr lang="en-AU" altLang="en-US" sz="1600" dirty="0">
              <a:latin typeface="Verdana" panose="020B0604030504040204" pitchFamily="34" charset="0"/>
            </a:endParaRPr>
          </a:p>
          <a:p>
            <a:pPr algn="just">
              <a:spcBef>
                <a:spcPct val="50000"/>
              </a:spcBef>
              <a:buSzPct val="60000"/>
              <a:buFont typeface="Monotype Sorts" pitchFamily="1" charset="2"/>
              <a:buNone/>
              <a:defRPr/>
            </a:pPr>
            <a:endParaRPr lang="en-AU" altLang="en-US" sz="1600" dirty="0">
              <a:latin typeface="Verdana" panose="020B0604030504040204" pitchFamily="34" charset="0"/>
            </a:endParaRPr>
          </a:p>
          <a:p>
            <a:pPr algn="just">
              <a:spcBef>
                <a:spcPct val="50000"/>
              </a:spcBef>
              <a:buSzPct val="60000"/>
              <a:buFont typeface="Monotype Sorts" pitchFamily="1" charset="2"/>
              <a:buNone/>
              <a:defRPr/>
            </a:pPr>
            <a:r>
              <a:rPr lang="en-AU" altLang="en-US" sz="1600" dirty="0">
                <a:latin typeface="Verdana" panose="020B0604030504040204" pitchFamily="34" charset="0"/>
              </a:rPr>
              <a:t>Cloud development:</a:t>
            </a:r>
          </a:p>
          <a:p>
            <a:pPr algn="just">
              <a:spcBef>
                <a:spcPct val="50000"/>
              </a:spcBef>
              <a:buSzPct val="60000"/>
              <a:buFont typeface="Monotype Sorts" pitchFamily="1" charset="2"/>
              <a:buNone/>
              <a:defRPr/>
            </a:pPr>
            <a:r>
              <a:rPr lang="en-AU" altLang="en-US" sz="1600" dirty="0">
                <a:latin typeface="Verdana" panose="020B0604030504040204" pitchFamily="34" charset="0"/>
              </a:rPr>
              <a:t>	- Within AWS, a DynamoDB table was constructed for the LED lights, which categories for the colour of the LED, the time that the light was flickered.</a:t>
            </a:r>
          </a:p>
          <a:p>
            <a:pPr algn="just">
              <a:spcBef>
                <a:spcPct val="50000"/>
              </a:spcBef>
              <a:buSzPct val="60000"/>
              <a:buFont typeface="Monotype Sorts" pitchFamily="1" charset="2"/>
              <a:buNone/>
              <a:defRPr/>
            </a:pPr>
            <a:r>
              <a:rPr lang="en-AU" altLang="en-US" sz="1600" dirty="0">
                <a:latin typeface="Verdana" panose="020B0604030504040204" pitchFamily="34" charset="0"/>
              </a:rPr>
              <a:t>	- A Lambda expression was implemented to connect the DynamoDB table to a developed EC2 server.  This EC2 server was </a:t>
            </a:r>
            <a:r>
              <a:rPr lang="en-AU" altLang="en-US" sz="1600" dirty="0" err="1">
                <a:latin typeface="Verdana" panose="020B0604030504040204" pitchFamily="34" charset="0"/>
              </a:rPr>
              <a:t>tunneled</a:t>
            </a:r>
            <a:r>
              <a:rPr lang="en-AU" altLang="en-US" sz="1600" dirty="0">
                <a:latin typeface="Verdana" panose="020B0604030504040204" pitchFamily="34" charset="0"/>
              </a:rPr>
              <a:t> through the hosting laptop public IP address with which the Pi was able to communicate with.</a:t>
            </a:r>
          </a:p>
          <a:p>
            <a:pPr algn="just">
              <a:spcBef>
                <a:spcPct val="50000"/>
              </a:spcBef>
              <a:buSzPct val="60000"/>
              <a:buFont typeface="Monotype Sorts" pitchFamily="1" charset="2"/>
              <a:buNone/>
              <a:defRPr/>
            </a:pPr>
            <a:r>
              <a:rPr lang="en-AU" altLang="en-US" sz="1600" dirty="0">
                <a:latin typeface="Verdana" panose="020B0604030504040204" pitchFamily="34" charset="0"/>
              </a:rPr>
              <a:t>	- The python script called the unique AWS key to connect to the EC2 server and input the information into the DynamoDB table.  </a:t>
            </a:r>
          </a:p>
          <a:p>
            <a:pPr algn="just">
              <a:spcBef>
                <a:spcPct val="50000"/>
              </a:spcBef>
              <a:buFont typeface="Times" panose="02020603050405020304" pitchFamily="18" charset="0"/>
              <a:buChar char="•"/>
              <a:defRPr/>
            </a:pPr>
            <a:endParaRPr lang="en-AU" altLang="en-US" sz="1600" b="1" i="1" dirty="0">
              <a:solidFill>
                <a:srgbClr val="CC3300"/>
              </a:solidFill>
              <a:latin typeface="Verdana" panose="020B0604030504040204" pitchFamily="34" charset="0"/>
            </a:endParaRPr>
          </a:p>
          <a:p>
            <a:pPr marL="0" indent="0" algn="just">
              <a:spcBef>
                <a:spcPct val="50000"/>
              </a:spcBef>
              <a:defRPr/>
            </a:pPr>
            <a:endParaRPr lang="en-US" altLang="en-US" sz="1600" dirty="0">
              <a:latin typeface="Verdana" panose="020B0604030504040204" pitchFamily="34" charset="0"/>
              <a:ea typeface="Verdana" panose="020B0604030504040204" pitchFamily="34" charset="0"/>
            </a:endParaRPr>
          </a:p>
          <a:p>
            <a:pPr marL="0" indent="0" algn="just">
              <a:spcBef>
                <a:spcPct val="50000"/>
              </a:spcBef>
              <a:defRPr/>
            </a:pPr>
            <a:endParaRPr lang="en-US" altLang="en-US" sz="1600" dirty="0">
              <a:latin typeface="Verdana" panose="020B0604030504040204" pitchFamily="34" charset="0"/>
              <a:ea typeface="Verdana" panose="020B0604030504040204" pitchFamily="34" charset="0"/>
            </a:endParaRPr>
          </a:p>
          <a:p>
            <a:pPr marL="0" indent="0" algn="just">
              <a:spcBef>
                <a:spcPct val="50000"/>
              </a:spcBef>
              <a:defRPr/>
            </a:pPr>
            <a:endParaRPr lang="en-US" altLang="en-US" sz="1600" dirty="0">
              <a:latin typeface="Verdana" panose="020B0604030504040204" pitchFamily="34" charset="0"/>
              <a:ea typeface="Verdana" panose="020B0604030504040204" pitchFamily="34" charset="0"/>
            </a:endParaRPr>
          </a:p>
          <a:p>
            <a:pPr marL="0" indent="0" algn="just">
              <a:spcBef>
                <a:spcPct val="50000"/>
              </a:spcBef>
              <a:defRPr/>
            </a:pPr>
            <a:endParaRPr lang="en-US" altLang="en-US" sz="1600" dirty="0">
              <a:latin typeface="Verdana" panose="020B0604030504040204" pitchFamily="34" charset="0"/>
              <a:ea typeface="Verdana" panose="020B0604030504040204" pitchFamily="34" charset="0"/>
            </a:endParaRPr>
          </a:p>
          <a:p>
            <a:pPr marL="0" indent="0" algn="just">
              <a:spcBef>
                <a:spcPct val="50000"/>
              </a:spcBef>
              <a:defRPr/>
            </a:pPr>
            <a:endParaRPr lang="en-US" altLang="en-US" sz="1600" dirty="0">
              <a:latin typeface="Verdana" panose="020B0604030504040204" pitchFamily="34" charset="0"/>
              <a:ea typeface="Verdana" panose="020B0604030504040204" pitchFamily="34" charset="0"/>
            </a:endParaRPr>
          </a:p>
          <a:p>
            <a:pPr marL="0" indent="0" algn="just">
              <a:spcBef>
                <a:spcPct val="50000"/>
              </a:spcBef>
              <a:defRPr/>
            </a:pPr>
            <a:endParaRPr lang="en-US" altLang="en-US" sz="1600" dirty="0">
              <a:latin typeface="Verdana" panose="020B0604030504040204" pitchFamily="34" charset="0"/>
              <a:ea typeface="Verdana" panose="020B0604030504040204" pitchFamily="34" charset="0"/>
            </a:endParaRPr>
          </a:p>
          <a:p>
            <a:pPr marL="0" indent="0" algn="just">
              <a:spcBef>
                <a:spcPct val="50000"/>
              </a:spcBef>
              <a:defRPr/>
            </a:pPr>
            <a:endParaRPr lang="en-US" altLang="en-US" sz="1600" dirty="0">
              <a:latin typeface="Verdana" panose="020B0604030504040204" pitchFamily="34" charset="0"/>
              <a:ea typeface="Verdana" panose="020B0604030504040204" pitchFamily="34" charset="0"/>
            </a:endParaRPr>
          </a:p>
          <a:p>
            <a:pPr marL="0" indent="0" algn="just">
              <a:spcBef>
                <a:spcPct val="50000"/>
              </a:spcBef>
              <a:defRPr/>
            </a:pPr>
            <a:endParaRPr lang="en-US" altLang="en-US" sz="1600" dirty="0">
              <a:latin typeface="Verdana" panose="020B0604030504040204" pitchFamily="34" charset="0"/>
              <a:ea typeface="Verdana" panose="020B0604030504040204" pitchFamily="34" charset="0"/>
            </a:endParaRPr>
          </a:p>
          <a:p>
            <a:pPr marL="0" indent="0" algn="just">
              <a:spcBef>
                <a:spcPct val="50000"/>
              </a:spcBef>
              <a:defRPr/>
            </a:pPr>
            <a:endParaRPr lang="en-US" altLang="en-US" sz="1600" dirty="0">
              <a:latin typeface="Verdana" panose="020B0604030504040204" pitchFamily="34" charset="0"/>
              <a:ea typeface="Verdana" panose="020B0604030504040204" pitchFamily="34" charset="0"/>
            </a:endParaRPr>
          </a:p>
          <a:p>
            <a:pPr marL="0" indent="0" algn="just">
              <a:spcBef>
                <a:spcPct val="50000"/>
              </a:spcBef>
              <a:defRPr/>
            </a:pPr>
            <a:endParaRPr lang="en-US" altLang="en-US" sz="1600" dirty="0">
              <a:latin typeface="Verdana" panose="020B0604030504040204" pitchFamily="34" charset="0"/>
              <a:ea typeface="Verdana" panose="020B0604030504040204" pitchFamily="34" charset="0"/>
            </a:endParaRPr>
          </a:p>
          <a:p>
            <a:pPr marL="0" indent="0" algn="just">
              <a:spcBef>
                <a:spcPct val="50000"/>
              </a:spcBef>
              <a:defRPr/>
            </a:pPr>
            <a:endParaRPr lang="en-US" altLang="en-US" sz="1600" dirty="0">
              <a:latin typeface="Verdana" panose="020B0604030504040204" pitchFamily="34" charset="0"/>
              <a:ea typeface="Verdana" panose="020B0604030504040204" pitchFamily="34" charset="0"/>
            </a:endParaRPr>
          </a:p>
          <a:p>
            <a:pPr marL="0" indent="0" algn="just">
              <a:spcBef>
                <a:spcPct val="50000"/>
              </a:spcBef>
              <a:defRPr/>
            </a:pPr>
            <a:endParaRPr lang="en-US" altLang="en-US" sz="1600" dirty="0">
              <a:latin typeface="Verdana" panose="020B0604030504040204" pitchFamily="34" charset="0"/>
              <a:ea typeface="Verdana" panose="020B0604030504040204" pitchFamily="34" charset="0"/>
            </a:endParaRPr>
          </a:p>
          <a:p>
            <a:pPr marL="0" indent="0" algn="just">
              <a:spcBef>
                <a:spcPct val="50000"/>
              </a:spcBef>
              <a:defRPr/>
            </a:pPr>
            <a:endParaRPr lang="en-US" altLang="en-US" sz="1600" dirty="0">
              <a:latin typeface="Verdana" panose="020B0604030504040204" pitchFamily="34" charset="0"/>
              <a:ea typeface="Verdana" panose="020B0604030504040204" pitchFamily="34" charset="0"/>
            </a:endParaRPr>
          </a:p>
          <a:p>
            <a:pPr algn="just">
              <a:spcBef>
                <a:spcPct val="50000"/>
              </a:spcBef>
              <a:buFont typeface="Times" panose="02020603050405020304" pitchFamily="18" charset="0"/>
              <a:buChar char="•"/>
              <a:defRPr/>
            </a:pPr>
            <a:endParaRPr lang="en-US" altLang="en-US" sz="1600" b="1" i="1" dirty="0">
              <a:solidFill>
                <a:srgbClr val="CC3300"/>
              </a:solidFill>
              <a:latin typeface="Arial" panose="020B0604020202020204" pitchFamily="34" charset="0"/>
            </a:endParaRPr>
          </a:p>
        </p:txBody>
      </p:sp>
      <p:sp>
        <p:nvSpPr>
          <p:cNvPr id="4104" name="Rectangle 10">
            <a:extLst>
              <a:ext uri="{FF2B5EF4-FFF2-40B4-BE49-F238E27FC236}">
                <a16:creationId xmlns:a16="http://schemas.microsoft.com/office/drawing/2014/main" id="{8E4CDDFD-1D97-BE12-F116-DC0A84233385}"/>
              </a:ext>
            </a:extLst>
          </p:cNvPr>
          <p:cNvSpPr>
            <a:spLocks noChangeArrowheads="1"/>
          </p:cNvSpPr>
          <p:nvPr/>
        </p:nvSpPr>
        <p:spPr bwMode="auto">
          <a:xfrm>
            <a:off x="17032288" y="4621213"/>
            <a:ext cx="5056187" cy="5013325"/>
          </a:xfrm>
          <a:prstGeom prst="rect">
            <a:avLst/>
          </a:prstGeom>
          <a:solidFill>
            <a:schemeClr val="bg1"/>
          </a:solidFill>
          <a:ln w="38100">
            <a:solidFill>
              <a:schemeClr val="accent6">
                <a:lumMod val="75000"/>
              </a:schemeClr>
            </a:solidFill>
            <a:miter lim="800000"/>
            <a:headEnd/>
            <a:tailEnd/>
          </a:ln>
          <a:effectLst/>
        </p:spPr>
        <p:txBody>
          <a:bodyPr lIns="181027" tIns="181027" rIns="181027" bIns="181027"/>
          <a:lstStyle>
            <a:lvl1pPr defTabSz="460375">
              <a:defRPr sz="2400">
                <a:solidFill>
                  <a:schemeClr val="tx1"/>
                </a:solidFill>
                <a:latin typeface="Times New Roman" panose="02020603050405020304" pitchFamily="18" charset="0"/>
              </a:defRPr>
            </a:lvl1pPr>
            <a:lvl2pPr marL="742950" indent="-285750" defTabSz="460375">
              <a:defRPr sz="2400">
                <a:solidFill>
                  <a:schemeClr val="tx1"/>
                </a:solidFill>
                <a:latin typeface="Times New Roman" panose="02020603050405020304" pitchFamily="18" charset="0"/>
              </a:defRPr>
            </a:lvl2pPr>
            <a:lvl3pPr marL="1143000" indent="-228600" defTabSz="460375">
              <a:defRPr sz="2400">
                <a:solidFill>
                  <a:schemeClr val="tx1"/>
                </a:solidFill>
                <a:latin typeface="Times New Roman" panose="02020603050405020304" pitchFamily="18" charset="0"/>
              </a:defRPr>
            </a:lvl3pPr>
            <a:lvl4pPr marL="1600200" indent="-228600" defTabSz="460375">
              <a:defRPr sz="2400">
                <a:solidFill>
                  <a:schemeClr val="tx1"/>
                </a:solidFill>
                <a:latin typeface="Times New Roman" panose="02020603050405020304" pitchFamily="18" charset="0"/>
              </a:defRPr>
            </a:lvl4pPr>
            <a:lvl5pPr marL="2057400" indent="-228600" defTabSz="460375">
              <a:defRPr sz="2400">
                <a:solidFill>
                  <a:schemeClr val="tx1"/>
                </a:solidFill>
                <a:latin typeface="Times New Roman" panose="02020603050405020304" pitchFamily="18" charset="0"/>
              </a:defRPr>
            </a:lvl5pPr>
            <a:lvl6pPr marL="2514600" indent="-228600" defTabSz="4603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603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603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60375" eaLnBrk="0" fontAlgn="base" hangingPunct="0">
              <a:spcBef>
                <a:spcPct val="0"/>
              </a:spcBef>
              <a:spcAft>
                <a:spcPct val="0"/>
              </a:spcAft>
              <a:defRPr sz="2400">
                <a:solidFill>
                  <a:schemeClr val="tx1"/>
                </a:solidFill>
                <a:latin typeface="Times New Roman" panose="02020603050405020304" pitchFamily="18" charset="0"/>
              </a:defRPr>
            </a:lvl9pPr>
          </a:lstStyle>
          <a:p>
            <a:pPr algn="just">
              <a:spcBef>
                <a:spcPct val="50000"/>
              </a:spcBef>
              <a:defRPr/>
            </a:pPr>
            <a:r>
              <a:rPr lang="en-AU" altLang="en-US" sz="1600" dirty="0">
                <a:latin typeface="Verdana" panose="020B0604030504040204" pitchFamily="34" charset="0"/>
              </a:rPr>
              <a:t>Through the combination of these IoT hardware components and kernel based infrastructure, the python script was able to communicate with the LEDs attached the </a:t>
            </a:r>
            <a:r>
              <a:rPr lang="en-AU" altLang="en-US" sz="1600" dirty="0" err="1">
                <a:latin typeface="Verdana" panose="020B0604030504040204" pitchFamily="34" charset="0"/>
              </a:rPr>
              <a:t>Pis</a:t>
            </a:r>
            <a:r>
              <a:rPr lang="en-AU" altLang="en-US" sz="1600" dirty="0">
                <a:latin typeface="Verdana" panose="020B0604030504040204" pitchFamily="34" charset="0"/>
              </a:rPr>
              <a:t> pinboard and transfer information about these devices to an AWS cloud server.  Below is a screenshot of the testing output, showcasing the times of each light flick.</a:t>
            </a:r>
          </a:p>
          <a:p>
            <a:pPr algn="just">
              <a:spcBef>
                <a:spcPct val="50000"/>
              </a:spcBef>
              <a:defRPr/>
            </a:pPr>
            <a:endParaRPr lang="en-AU" altLang="en-US" sz="1600" dirty="0">
              <a:latin typeface="Verdana" panose="020B0604030504040204" pitchFamily="34" charset="0"/>
            </a:endParaRPr>
          </a:p>
        </p:txBody>
      </p:sp>
      <p:sp>
        <p:nvSpPr>
          <p:cNvPr id="4105" name="Text Box 21">
            <a:extLst>
              <a:ext uri="{FF2B5EF4-FFF2-40B4-BE49-F238E27FC236}">
                <a16:creationId xmlns:a16="http://schemas.microsoft.com/office/drawing/2014/main" id="{B7715D0D-0ADE-0D4C-4BDA-10F67086AF44}"/>
              </a:ext>
            </a:extLst>
          </p:cNvPr>
          <p:cNvSpPr txBox="1">
            <a:spLocks noChangeArrowheads="1"/>
          </p:cNvSpPr>
          <p:nvPr/>
        </p:nvSpPr>
        <p:spPr bwMode="auto">
          <a:xfrm>
            <a:off x="812800" y="15603538"/>
            <a:ext cx="630238"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976" tIns="22988" rIns="45976" bIns="22988">
            <a:spAutoFit/>
          </a:bodyPr>
          <a:lstStyle>
            <a:lvl1pPr defTabSz="460375">
              <a:defRPr sz="2400">
                <a:solidFill>
                  <a:schemeClr val="tx1"/>
                </a:solidFill>
                <a:latin typeface="Times New Roman" panose="02020603050405020304" pitchFamily="18" charset="0"/>
              </a:defRPr>
            </a:lvl1pPr>
            <a:lvl2pPr marL="742950" indent="-285750" defTabSz="460375">
              <a:defRPr sz="2400">
                <a:solidFill>
                  <a:schemeClr val="tx1"/>
                </a:solidFill>
                <a:latin typeface="Times New Roman" panose="02020603050405020304" pitchFamily="18" charset="0"/>
              </a:defRPr>
            </a:lvl2pPr>
            <a:lvl3pPr marL="1143000" indent="-228600" defTabSz="460375">
              <a:defRPr sz="2400">
                <a:solidFill>
                  <a:schemeClr val="tx1"/>
                </a:solidFill>
                <a:latin typeface="Times New Roman" panose="02020603050405020304" pitchFamily="18" charset="0"/>
              </a:defRPr>
            </a:lvl3pPr>
            <a:lvl4pPr marL="1600200" indent="-228600" defTabSz="460375">
              <a:defRPr sz="2400">
                <a:solidFill>
                  <a:schemeClr val="tx1"/>
                </a:solidFill>
                <a:latin typeface="Times New Roman" panose="02020603050405020304" pitchFamily="18" charset="0"/>
              </a:defRPr>
            </a:lvl4pPr>
            <a:lvl5pPr marL="2057400" indent="-228600" defTabSz="460375">
              <a:defRPr sz="2400">
                <a:solidFill>
                  <a:schemeClr val="tx1"/>
                </a:solidFill>
                <a:latin typeface="Times New Roman" panose="02020603050405020304" pitchFamily="18" charset="0"/>
              </a:defRPr>
            </a:lvl5pPr>
            <a:lvl6pPr marL="2514600" indent="-228600" defTabSz="4603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603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603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60375"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US" sz="1200">
              <a:latin typeface="Times" panose="02020603050405020304" pitchFamily="18" charset="0"/>
            </a:endParaRPr>
          </a:p>
        </p:txBody>
      </p:sp>
      <p:sp>
        <p:nvSpPr>
          <p:cNvPr id="3" name="Text Box 29">
            <a:extLst>
              <a:ext uri="{FF2B5EF4-FFF2-40B4-BE49-F238E27FC236}">
                <a16:creationId xmlns:a16="http://schemas.microsoft.com/office/drawing/2014/main" id="{4BB2B641-0EDA-3BF3-A688-27C18A2F99C9}"/>
              </a:ext>
            </a:extLst>
          </p:cNvPr>
          <p:cNvSpPr txBox="1">
            <a:spLocks noChangeArrowheads="1"/>
          </p:cNvSpPr>
          <p:nvPr/>
        </p:nvSpPr>
        <p:spPr bwMode="auto">
          <a:xfrm>
            <a:off x="1169988" y="15338425"/>
            <a:ext cx="831850" cy="13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981" tIns="22991" rIns="45981" bIns="22991">
            <a:spAutoFit/>
          </a:bodyPr>
          <a:lstStyle>
            <a:lvl1pPr defTabSz="460375">
              <a:defRPr sz="2400">
                <a:solidFill>
                  <a:schemeClr val="tx1"/>
                </a:solidFill>
                <a:latin typeface="Times New Roman" panose="02020603050405020304" pitchFamily="18" charset="0"/>
              </a:defRPr>
            </a:lvl1pPr>
            <a:lvl2pPr marL="742950" indent="-285750" defTabSz="460375">
              <a:defRPr sz="2400">
                <a:solidFill>
                  <a:schemeClr val="tx1"/>
                </a:solidFill>
                <a:latin typeface="Times New Roman" panose="02020603050405020304" pitchFamily="18" charset="0"/>
              </a:defRPr>
            </a:lvl2pPr>
            <a:lvl3pPr marL="1143000" indent="-228600" defTabSz="460375">
              <a:defRPr sz="2400">
                <a:solidFill>
                  <a:schemeClr val="tx1"/>
                </a:solidFill>
                <a:latin typeface="Times New Roman" panose="02020603050405020304" pitchFamily="18" charset="0"/>
              </a:defRPr>
            </a:lvl3pPr>
            <a:lvl4pPr marL="1600200" indent="-228600" defTabSz="460375">
              <a:defRPr sz="2400">
                <a:solidFill>
                  <a:schemeClr val="tx1"/>
                </a:solidFill>
                <a:latin typeface="Times New Roman" panose="02020603050405020304" pitchFamily="18" charset="0"/>
              </a:defRPr>
            </a:lvl4pPr>
            <a:lvl5pPr marL="2057400" indent="-228600" defTabSz="460375">
              <a:defRPr sz="2400">
                <a:solidFill>
                  <a:schemeClr val="tx1"/>
                </a:solidFill>
                <a:latin typeface="Times New Roman" panose="02020603050405020304" pitchFamily="18" charset="0"/>
              </a:defRPr>
            </a:lvl5pPr>
            <a:lvl6pPr marL="2514600" indent="-228600" defTabSz="4603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603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603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60375" eaLnBrk="0" fontAlgn="base" hangingPunct="0">
              <a:spcBef>
                <a:spcPct val="0"/>
              </a:spcBef>
              <a:spcAft>
                <a:spcPct val="0"/>
              </a:spcAft>
              <a:defRPr sz="2400">
                <a:solidFill>
                  <a:schemeClr val="tx1"/>
                </a:solidFill>
                <a:latin typeface="Times New Roman" panose="02020603050405020304" pitchFamily="18" charset="0"/>
              </a:defRPr>
            </a:lvl9pPr>
          </a:lstStyle>
          <a:p>
            <a:endParaRPr kumimoji="1" lang="en-GB" altLang="en-US" sz="600">
              <a:latin typeface="Gill Sans MT" panose="020B0502020104020203" pitchFamily="34" charset="0"/>
            </a:endParaRPr>
          </a:p>
        </p:txBody>
      </p:sp>
      <p:sp>
        <p:nvSpPr>
          <p:cNvPr id="4107" name="Rectangle 38">
            <a:extLst>
              <a:ext uri="{FF2B5EF4-FFF2-40B4-BE49-F238E27FC236}">
                <a16:creationId xmlns:a16="http://schemas.microsoft.com/office/drawing/2014/main" id="{D044FEDA-301B-819E-213F-13CC90E7F1E7}"/>
              </a:ext>
            </a:extLst>
          </p:cNvPr>
          <p:cNvSpPr>
            <a:spLocks noChangeArrowheads="1"/>
          </p:cNvSpPr>
          <p:nvPr/>
        </p:nvSpPr>
        <p:spPr bwMode="auto">
          <a:xfrm>
            <a:off x="590550" y="3935413"/>
            <a:ext cx="5022850" cy="636587"/>
          </a:xfrm>
          <a:prstGeom prst="rect">
            <a:avLst/>
          </a:prstGeom>
          <a:solidFill>
            <a:srgbClr val="A30000"/>
          </a:solidFill>
          <a:ln w="38100">
            <a:solidFill>
              <a:schemeClr val="accent6">
                <a:lumMod val="60000"/>
                <a:lumOff val="40000"/>
              </a:schemeClr>
            </a:solidFill>
            <a:miter lim="800000"/>
            <a:headEnd/>
            <a:tailEnd/>
          </a:ln>
        </p:spPr>
        <p:txBody>
          <a:bodyPr lIns="181027" tIns="181027" rIns="181027" bIns="181027" anchor="ctr"/>
          <a:lstStyle>
            <a:lvl1pPr defTabSz="460375">
              <a:defRPr sz="2400">
                <a:solidFill>
                  <a:schemeClr val="tx1"/>
                </a:solidFill>
                <a:latin typeface="Times New Roman" panose="02020603050405020304" pitchFamily="18" charset="0"/>
              </a:defRPr>
            </a:lvl1pPr>
            <a:lvl2pPr marL="742950" indent="-285750" defTabSz="460375">
              <a:defRPr sz="2400">
                <a:solidFill>
                  <a:schemeClr val="tx1"/>
                </a:solidFill>
                <a:latin typeface="Times New Roman" panose="02020603050405020304" pitchFamily="18" charset="0"/>
              </a:defRPr>
            </a:lvl2pPr>
            <a:lvl3pPr marL="1143000" indent="-228600" defTabSz="460375">
              <a:defRPr sz="2400">
                <a:solidFill>
                  <a:schemeClr val="tx1"/>
                </a:solidFill>
                <a:latin typeface="Times New Roman" panose="02020603050405020304" pitchFamily="18" charset="0"/>
              </a:defRPr>
            </a:lvl3pPr>
            <a:lvl4pPr marL="1600200" indent="-228600" defTabSz="460375">
              <a:defRPr sz="2400">
                <a:solidFill>
                  <a:schemeClr val="tx1"/>
                </a:solidFill>
                <a:latin typeface="Times New Roman" panose="02020603050405020304" pitchFamily="18" charset="0"/>
              </a:defRPr>
            </a:lvl4pPr>
            <a:lvl5pPr marL="2057400" indent="-228600" defTabSz="460375">
              <a:defRPr sz="2400">
                <a:solidFill>
                  <a:schemeClr val="tx1"/>
                </a:solidFill>
                <a:latin typeface="Times New Roman" panose="02020603050405020304" pitchFamily="18" charset="0"/>
              </a:defRPr>
            </a:lvl5pPr>
            <a:lvl6pPr marL="2514600" indent="-228600" defTabSz="4603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603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603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60375"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defRPr/>
            </a:pPr>
            <a:r>
              <a:rPr lang="en-GB" altLang="en-US" sz="2600" b="1">
                <a:solidFill>
                  <a:schemeClr val="bg1"/>
                </a:solidFill>
                <a:latin typeface="Verdana" panose="020B0604030504040204" pitchFamily="34" charset="0"/>
              </a:rPr>
              <a:t>Introduction</a:t>
            </a:r>
            <a:endParaRPr lang="en-GB" altLang="en-US" sz="2100" b="1">
              <a:solidFill>
                <a:srgbClr val="6C1B72"/>
              </a:solidFill>
              <a:latin typeface="Verdana" panose="020B0604030504040204" pitchFamily="34" charset="0"/>
            </a:endParaRPr>
          </a:p>
        </p:txBody>
      </p:sp>
      <p:sp>
        <p:nvSpPr>
          <p:cNvPr id="4108" name="Rectangle 40">
            <a:extLst>
              <a:ext uri="{FF2B5EF4-FFF2-40B4-BE49-F238E27FC236}">
                <a16:creationId xmlns:a16="http://schemas.microsoft.com/office/drawing/2014/main" id="{A8CB03CE-07AE-D3AA-42AA-B16EC5C47433}"/>
              </a:ext>
            </a:extLst>
          </p:cNvPr>
          <p:cNvSpPr>
            <a:spLocks noChangeArrowheads="1"/>
          </p:cNvSpPr>
          <p:nvPr/>
        </p:nvSpPr>
        <p:spPr bwMode="auto">
          <a:xfrm>
            <a:off x="6173788" y="3937000"/>
            <a:ext cx="10271125" cy="665163"/>
          </a:xfrm>
          <a:prstGeom prst="rect">
            <a:avLst/>
          </a:prstGeom>
          <a:solidFill>
            <a:srgbClr val="A30000"/>
          </a:solidFill>
          <a:ln w="38100">
            <a:solidFill>
              <a:schemeClr val="accent6">
                <a:lumMod val="60000"/>
                <a:lumOff val="40000"/>
              </a:schemeClr>
            </a:solidFill>
            <a:miter lim="800000"/>
            <a:headEnd/>
            <a:tailEnd/>
          </a:ln>
        </p:spPr>
        <p:txBody>
          <a:bodyPr lIns="181027" tIns="181027" rIns="181027" bIns="181027" anchor="ctr"/>
          <a:lstStyle>
            <a:lvl1pPr defTabSz="460375">
              <a:defRPr sz="2400">
                <a:solidFill>
                  <a:schemeClr val="tx1"/>
                </a:solidFill>
                <a:latin typeface="Times New Roman" panose="02020603050405020304" pitchFamily="18" charset="0"/>
              </a:defRPr>
            </a:lvl1pPr>
            <a:lvl2pPr marL="742950" indent="-285750" defTabSz="460375">
              <a:defRPr sz="2400">
                <a:solidFill>
                  <a:schemeClr val="tx1"/>
                </a:solidFill>
                <a:latin typeface="Times New Roman" panose="02020603050405020304" pitchFamily="18" charset="0"/>
              </a:defRPr>
            </a:lvl2pPr>
            <a:lvl3pPr marL="1143000" indent="-228600" defTabSz="460375">
              <a:defRPr sz="2400">
                <a:solidFill>
                  <a:schemeClr val="tx1"/>
                </a:solidFill>
                <a:latin typeface="Times New Roman" panose="02020603050405020304" pitchFamily="18" charset="0"/>
              </a:defRPr>
            </a:lvl3pPr>
            <a:lvl4pPr marL="1600200" indent="-228600" defTabSz="460375">
              <a:defRPr sz="2400">
                <a:solidFill>
                  <a:schemeClr val="tx1"/>
                </a:solidFill>
                <a:latin typeface="Times New Roman" panose="02020603050405020304" pitchFamily="18" charset="0"/>
              </a:defRPr>
            </a:lvl4pPr>
            <a:lvl5pPr marL="2057400" indent="-228600" defTabSz="460375">
              <a:defRPr sz="2400">
                <a:solidFill>
                  <a:schemeClr val="tx1"/>
                </a:solidFill>
                <a:latin typeface="Times New Roman" panose="02020603050405020304" pitchFamily="18" charset="0"/>
              </a:defRPr>
            </a:lvl5pPr>
            <a:lvl6pPr marL="2514600" indent="-228600" defTabSz="4603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603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603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60375"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defRPr/>
            </a:pPr>
            <a:r>
              <a:rPr lang="en-GB" altLang="en-US" sz="2600" b="1">
                <a:solidFill>
                  <a:schemeClr val="bg1"/>
                </a:solidFill>
                <a:latin typeface="Verdana" panose="020B0604030504040204" pitchFamily="34" charset="0"/>
              </a:rPr>
              <a:t>Methodology</a:t>
            </a:r>
            <a:endParaRPr lang="en-GB" altLang="en-US" sz="2600" b="1">
              <a:solidFill>
                <a:srgbClr val="6C1B72"/>
              </a:solidFill>
              <a:latin typeface="Gill Sans" pitchFamily="1" charset="0"/>
            </a:endParaRPr>
          </a:p>
        </p:txBody>
      </p:sp>
      <p:sp>
        <p:nvSpPr>
          <p:cNvPr id="4109" name="Rectangle 42">
            <a:extLst>
              <a:ext uri="{FF2B5EF4-FFF2-40B4-BE49-F238E27FC236}">
                <a16:creationId xmlns:a16="http://schemas.microsoft.com/office/drawing/2014/main" id="{2DBEFBA8-2A04-FA90-5AC0-1E078CAE85A9}"/>
              </a:ext>
            </a:extLst>
          </p:cNvPr>
          <p:cNvSpPr>
            <a:spLocks noChangeArrowheads="1"/>
          </p:cNvSpPr>
          <p:nvPr/>
        </p:nvSpPr>
        <p:spPr bwMode="auto">
          <a:xfrm>
            <a:off x="17018000" y="3917950"/>
            <a:ext cx="5054600" cy="665163"/>
          </a:xfrm>
          <a:prstGeom prst="rect">
            <a:avLst/>
          </a:prstGeom>
          <a:solidFill>
            <a:srgbClr val="A30000"/>
          </a:solidFill>
          <a:ln w="38100">
            <a:solidFill>
              <a:schemeClr val="accent6">
                <a:lumMod val="60000"/>
                <a:lumOff val="40000"/>
              </a:schemeClr>
            </a:solidFill>
            <a:miter lim="800000"/>
            <a:headEnd/>
            <a:tailEnd/>
          </a:ln>
        </p:spPr>
        <p:txBody>
          <a:bodyPr lIns="181027" tIns="181027" rIns="181027" bIns="181027" anchor="ctr"/>
          <a:lstStyle>
            <a:lvl1pPr defTabSz="460375">
              <a:defRPr sz="2400">
                <a:solidFill>
                  <a:schemeClr val="tx1"/>
                </a:solidFill>
                <a:latin typeface="Times New Roman" panose="02020603050405020304" pitchFamily="18" charset="0"/>
              </a:defRPr>
            </a:lvl1pPr>
            <a:lvl2pPr marL="742950" indent="-285750" defTabSz="460375">
              <a:defRPr sz="2400">
                <a:solidFill>
                  <a:schemeClr val="tx1"/>
                </a:solidFill>
                <a:latin typeface="Times New Roman" panose="02020603050405020304" pitchFamily="18" charset="0"/>
              </a:defRPr>
            </a:lvl2pPr>
            <a:lvl3pPr marL="1143000" indent="-228600" defTabSz="460375">
              <a:defRPr sz="2400">
                <a:solidFill>
                  <a:schemeClr val="tx1"/>
                </a:solidFill>
                <a:latin typeface="Times New Roman" panose="02020603050405020304" pitchFamily="18" charset="0"/>
              </a:defRPr>
            </a:lvl3pPr>
            <a:lvl4pPr marL="1600200" indent="-228600" defTabSz="460375">
              <a:defRPr sz="2400">
                <a:solidFill>
                  <a:schemeClr val="tx1"/>
                </a:solidFill>
                <a:latin typeface="Times New Roman" panose="02020603050405020304" pitchFamily="18" charset="0"/>
              </a:defRPr>
            </a:lvl4pPr>
            <a:lvl5pPr marL="2057400" indent="-228600" defTabSz="460375">
              <a:defRPr sz="2400">
                <a:solidFill>
                  <a:schemeClr val="tx1"/>
                </a:solidFill>
                <a:latin typeface="Times New Roman" panose="02020603050405020304" pitchFamily="18" charset="0"/>
              </a:defRPr>
            </a:lvl5pPr>
            <a:lvl6pPr marL="2514600" indent="-228600" defTabSz="4603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603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603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60375"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defRPr/>
            </a:pPr>
            <a:r>
              <a:rPr lang="en-AU" altLang="en-US" sz="2600" b="1">
                <a:solidFill>
                  <a:schemeClr val="bg1"/>
                </a:solidFill>
                <a:latin typeface="Verdana" panose="020B0604030504040204" pitchFamily="34" charset="0"/>
              </a:rPr>
              <a:t>Project Highlights</a:t>
            </a:r>
            <a:endParaRPr lang="en-GB" altLang="en-US" sz="1600" b="1">
              <a:solidFill>
                <a:srgbClr val="6C1B72"/>
              </a:solidFill>
              <a:latin typeface="Gill Sans" pitchFamily="1" charset="0"/>
            </a:endParaRPr>
          </a:p>
        </p:txBody>
      </p:sp>
      <p:sp>
        <p:nvSpPr>
          <p:cNvPr id="4110" name="Rectangle 43">
            <a:extLst>
              <a:ext uri="{FF2B5EF4-FFF2-40B4-BE49-F238E27FC236}">
                <a16:creationId xmlns:a16="http://schemas.microsoft.com/office/drawing/2014/main" id="{C5BAD5A3-88E0-9D77-5871-76F6FE95AE1C}"/>
              </a:ext>
            </a:extLst>
          </p:cNvPr>
          <p:cNvSpPr>
            <a:spLocks noChangeArrowheads="1"/>
          </p:cNvSpPr>
          <p:nvPr/>
        </p:nvSpPr>
        <p:spPr bwMode="auto">
          <a:xfrm>
            <a:off x="16971963" y="9993313"/>
            <a:ext cx="5067300" cy="665162"/>
          </a:xfrm>
          <a:prstGeom prst="rect">
            <a:avLst/>
          </a:prstGeom>
          <a:solidFill>
            <a:srgbClr val="A30000"/>
          </a:solidFill>
          <a:ln w="38100">
            <a:solidFill>
              <a:schemeClr val="accent6">
                <a:lumMod val="60000"/>
                <a:lumOff val="40000"/>
              </a:schemeClr>
            </a:solidFill>
            <a:miter lim="800000"/>
            <a:headEnd/>
            <a:tailEnd/>
          </a:ln>
        </p:spPr>
        <p:txBody>
          <a:bodyPr lIns="181027" tIns="181027" rIns="181027" bIns="181027" anchor="ctr"/>
          <a:lstStyle>
            <a:lvl1pPr defTabSz="460375">
              <a:defRPr sz="2400">
                <a:solidFill>
                  <a:schemeClr val="tx1"/>
                </a:solidFill>
                <a:latin typeface="Times New Roman" panose="02020603050405020304" pitchFamily="18" charset="0"/>
              </a:defRPr>
            </a:lvl1pPr>
            <a:lvl2pPr marL="742950" indent="-285750" defTabSz="460375">
              <a:defRPr sz="2400">
                <a:solidFill>
                  <a:schemeClr val="tx1"/>
                </a:solidFill>
                <a:latin typeface="Times New Roman" panose="02020603050405020304" pitchFamily="18" charset="0"/>
              </a:defRPr>
            </a:lvl2pPr>
            <a:lvl3pPr marL="1143000" indent="-228600" defTabSz="460375">
              <a:defRPr sz="2400">
                <a:solidFill>
                  <a:schemeClr val="tx1"/>
                </a:solidFill>
                <a:latin typeface="Times New Roman" panose="02020603050405020304" pitchFamily="18" charset="0"/>
              </a:defRPr>
            </a:lvl3pPr>
            <a:lvl4pPr marL="1600200" indent="-228600" defTabSz="460375">
              <a:defRPr sz="2400">
                <a:solidFill>
                  <a:schemeClr val="tx1"/>
                </a:solidFill>
                <a:latin typeface="Times New Roman" panose="02020603050405020304" pitchFamily="18" charset="0"/>
              </a:defRPr>
            </a:lvl4pPr>
            <a:lvl5pPr marL="2057400" indent="-228600" defTabSz="460375">
              <a:defRPr sz="2400">
                <a:solidFill>
                  <a:schemeClr val="tx1"/>
                </a:solidFill>
                <a:latin typeface="Times New Roman" panose="02020603050405020304" pitchFamily="18" charset="0"/>
              </a:defRPr>
            </a:lvl5pPr>
            <a:lvl6pPr marL="2514600" indent="-228600" defTabSz="4603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603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603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60375"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defRPr/>
            </a:pPr>
            <a:r>
              <a:rPr lang="en-GB" altLang="en-US" sz="2600" b="1" dirty="0">
                <a:solidFill>
                  <a:schemeClr val="bg1"/>
                </a:solidFill>
                <a:latin typeface="Verdana" panose="020B0604030504040204" pitchFamily="34" charset="0"/>
              </a:rPr>
              <a:t>Future Work</a:t>
            </a:r>
            <a:endParaRPr lang="en-GB" altLang="en-US" sz="2100" b="1" dirty="0">
              <a:solidFill>
                <a:srgbClr val="6C1B72"/>
              </a:solidFill>
              <a:latin typeface="Gill Sans" pitchFamily="1" charset="0"/>
            </a:endParaRPr>
          </a:p>
        </p:txBody>
      </p:sp>
      <p:sp>
        <p:nvSpPr>
          <p:cNvPr id="4111" name="Rectangle 44">
            <a:extLst>
              <a:ext uri="{FF2B5EF4-FFF2-40B4-BE49-F238E27FC236}">
                <a16:creationId xmlns:a16="http://schemas.microsoft.com/office/drawing/2014/main" id="{29FA9A0F-08DB-1A33-2500-A1B451AFF2AB}"/>
              </a:ext>
            </a:extLst>
          </p:cNvPr>
          <p:cNvSpPr>
            <a:spLocks noChangeArrowheads="1"/>
          </p:cNvSpPr>
          <p:nvPr/>
        </p:nvSpPr>
        <p:spPr bwMode="auto">
          <a:xfrm>
            <a:off x="16964025" y="12844463"/>
            <a:ext cx="5083175" cy="665162"/>
          </a:xfrm>
          <a:prstGeom prst="rect">
            <a:avLst/>
          </a:prstGeom>
          <a:solidFill>
            <a:srgbClr val="A30000"/>
          </a:solidFill>
          <a:ln w="38100">
            <a:solidFill>
              <a:schemeClr val="accent6">
                <a:lumMod val="60000"/>
                <a:lumOff val="40000"/>
              </a:schemeClr>
            </a:solidFill>
            <a:miter lim="800000"/>
            <a:headEnd/>
            <a:tailEnd/>
          </a:ln>
        </p:spPr>
        <p:txBody>
          <a:bodyPr lIns="181027" tIns="181027" rIns="181027" bIns="181027" anchor="ctr"/>
          <a:lstStyle>
            <a:lvl1pPr defTabSz="460375">
              <a:defRPr sz="2400">
                <a:solidFill>
                  <a:schemeClr val="tx1"/>
                </a:solidFill>
                <a:latin typeface="Times New Roman" panose="02020603050405020304" pitchFamily="18" charset="0"/>
              </a:defRPr>
            </a:lvl1pPr>
            <a:lvl2pPr marL="742950" indent="-285750" defTabSz="460375">
              <a:defRPr sz="2400">
                <a:solidFill>
                  <a:schemeClr val="tx1"/>
                </a:solidFill>
                <a:latin typeface="Times New Roman" panose="02020603050405020304" pitchFamily="18" charset="0"/>
              </a:defRPr>
            </a:lvl2pPr>
            <a:lvl3pPr marL="1143000" indent="-228600" defTabSz="460375">
              <a:defRPr sz="2400">
                <a:solidFill>
                  <a:schemeClr val="tx1"/>
                </a:solidFill>
                <a:latin typeface="Times New Roman" panose="02020603050405020304" pitchFamily="18" charset="0"/>
              </a:defRPr>
            </a:lvl3pPr>
            <a:lvl4pPr marL="1600200" indent="-228600" defTabSz="460375">
              <a:defRPr sz="2400">
                <a:solidFill>
                  <a:schemeClr val="tx1"/>
                </a:solidFill>
                <a:latin typeface="Times New Roman" panose="02020603050405020304" pitchFamily="18" charset="0"/>
              </a:defRPr>
            </a:lvl4pPr>
            <a:lvl5pPr marL="2057400" indent="-228600" defTabSz="460375">
              <a:defRPr sz="2400">
                <a:solidFill>
                  <a:schemeClr val="tx1"/>
                </a:solidFill>
                <a:latin typeface="Times New Roman" panose="02020603050405020304" pitchFamily="18" charset="0"/>
              </a:defRPr>
            </a:lvl5pPr>
            <a:lvl6pPr marL="2514600" indent="-228600" defTabSz="4603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603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603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60375"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defRPr/>
            </a:pPr>
            <a:r>
              <a:rPr lang="en-GB" altLang="en-US" sz="2600" b="1">
                <a:solidFill>
                  <a:schemeClr val="bg1"/>
                </a:solidFill>
                <a:latin typeface="Verdana" panose="020B0604030504040204" pitchFamily="34" charset="0"/>
              </a:rPr>
              <a:t>References</a:t>
            </a:r>
            <a:endParaRPr lang="en-GB" altLang="en-US" sz="2000" b="1">
              <a:solidFill>
                <a:srgbClr val="6C1B72"/>
              </a:solidFill>
              <a:latin typeface="Gill Sans" pitchFamily="1" charset="0"/>
            </a:endParaRPr>
          </a:p>
        </p:txBody>
      </p:sp>
      <p:sp>
        <p:nvSpPr>
          <p:cNvPr id="32" name="Footer Placeholder 4">
            <a:extLst>
              <a:ext uri="{FF2B5EF4-FFF2-40B4-BE49-F238E27FC236}">
                <a16:creationId xmlns:a16="http://schemas.microsoft.com/office/drawing/2014/main" id="{C3F377DD-30D7-DCB4-EA52-7FC4319EA4F7}"/>
              </a:ext>
            </a:extLst>
          </p:cNvPr>
          <p:cNvSpPr txBox="1">
            <a:spLocks/>
          </p:cNvSpPr>
          <p:nvPr/>
        </p:nvSpPr>
        <p:spPr>
          <a:xfrm>
            <a:off x="0" y="303213"/>
            <a:ext cx="22631400" cy="784225"/>
          </a:xfrm>
          <a:prstGeom prst="rect">
            <a:avLst/>
          </a:prstGeom>
          <a:solidFill>
            <a:schemeClr val="bg1">
              <a:lumMod val="95000"/>
            </a:schemeClr>
          </a:solidFill>
        </p:spPr>
        <p:txBody>
          <a:bodyPr anchor="ctr"/>
          <a:lstStyle>
            <a:defPPr>
              <a:defRPr lang="en-US"/>
            </a:defPPr>
            <a:lvl1pPr algn="l" rtl="0" eaLnBrk="0" fontAlgn="base" hangingPunct="0">
              <a:spcBef>
                <a:spcPct val="0"/>
              </a:spcBef>
              <a:spcAft>
                <a:spcPct val="0"/>
              </a:spcAft>
              <a:defRPr sz="2400" b="1" kern="1200">
                <a:solidFill>
                  <a:srgbClr val="C00000"/>
                </a:solidFill>
                <a:latin typeface="+mj-lt"/>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r>
              <a:rPr lang="en-GB"/>
              <a:t>  </a:t>
            </a:r>
            <a:endParaRPr lang="en-GB" dirty="0"/>
          </a:p>
        </p:txBody>
      </p:sp>
      <p:sp>
        <p:nvSpPr>
          <p:cNvPr id="4113" name="bg object 31">
            <a:extLst>
              <a:ext uri="{FF2B5EF4-FFF2-40B4-BE49-F238E27FC236}">
                <a16:creationId xmlns:a16="http://schemas.microsoft.com/office/drawing/2014/main" id="{775C1A4E-7D34-3AF8-E157-7D178786CA3B}"/>
              </a:ext>
            </a:extLst>
          </p:cNvPr>
          <p:cNvSpPr>
            <a:spLocks/>
          </p:cNvSpPr>
          <p:nvPr/>
        </p:nvSpPr>
        <p:spPr bwMode="auto">
          <a:xfrm>
            <a:off x="-1588" y="3175"/>
            <a:ext cx="11317288" cy="468313"/>
          </a:xfrm>
          <a:custGeom>
            <a:avLst/>
            <a:gdLst>
              <a:gd name="T0" fmla="*/ 272914457 w 2304415"/>
              <a:gd name="T1" fmla="*/ 0 h 140335"/>
              <a:gd name="T2" fmla="*/ 0 w 2304415"/>
              <a:gd name="T3" fmla="*/ 0 h 140335"/>
              <a:gd name="T4" fmla="*/ 0 w 2304415"/>
              <a:gd name="T5" fmla="*/ 5203452 h 140335"/>
              <a:gd name="T6" fmla="*/ 272914457 w 2304415"/>
              <a:gd name="T7" fmla="*/ 5203452 h 140335"/>
              <a:gd name="T8" fmla="*/ 272914457 w 2304415"/>
              <a:gd name="T9" fmla="*/ 0 h 1403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04415" h="140335">
                <a:moveTo>
                  <a:pt x="2303995" y="0"/>
                </a:moveTo>
                <a:lnTo>
                  <a:pt x="0" y="0"/>
                </a:lnTo>
                <a:lnTo>
                  <a:pt x="0" y="140017"/>
                </a:lnTo>
                <a:lnTo>
                  <a:pt x="2303995" y="140017"/>
                </a:lnTo>
                <a:lnTo>
                  <a:pt x="2303995" y="0"/>
                </a:lnTo>
                <a:close/>
              </a:path>
            </a:pathLst>
          </a:custGeom>
          <a:solidFill>
            <a:srgbClr val="A3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150"/>
          </a:p>
        </p:txBody>
      </p:sp>
      <p:sp>
        <p:nvSpPr>
          <p:cNvPr id="4114" name="object 2">
            <a:extLst>
              <a:ext uri="{FF2B5EF4-FFF2-40B4-BE49-F238E27FC236}">
                <a16:creationId xmlns:a16="http://schemas.microsoft.com/office/drawing/2014/main" id="{A8DC8D35-A8DD-3575-B804-25732AB905D9}"/>
              </a:ext>
            </a:extLst>
          </p:cNvPr>
          <p:cNvSpPr>
            <a:spLocks/>
          </p:cNvSpPr>
          <p:nvPr/>
        </p:nvSpPr>
        <p:spPr bwMode="auto">
          <a:xfrm>
            <a:off x="11307763" y="3175"/>
            <a:ext cx="11317287" cy="468313"/>
          </a:xfrm>
          <a:custGeom>
            <a:avLst/>
            <a:gdLst>
              <a:gd name="T0" fmla="*/ 272914383 w 2304415"/>
              <a:gd name="T1" fmla="*/ 0 h 140335"/>
              <a:gd name="T2" fmla="*/ 0 w 2304415"/>
              <a:gd name="T3" fmla="*/ 0 h 140335"/>
              <a:gd name="T4" fmla="*/ 0 w 2304415"/>
              <a:gd name="T5" fmla="*/ 5203452 h 140335"/>
              <a:gd name="T6" fmla="*/ 272914383 w 2304415"/>
              <a:gd name="T7" fmla="*/ 5203452 h 140335"/>
              <a:gd name="T8" fmla="*/ 272914383 w 2304415"/>
              <a:gd name="T9" fmla="*/ 0 h 1403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04415" h="140335">
                <a:moveTo>
                  <a:pt x="2303995" y="0"/>
                </a:moveTo>
                <a:lnTo>
                  <a:pt x="0" y="0"/>
                </a:lnTo>
                <a:lnTo>
                  <a:pt x="0" y="140017"/>
                </a:lnTo>
                <a:lnTo>
                  <a:pt x="2303995" y="140017"/>
                </a:lnTo>
                <a:lnTo>
                  <a:pt x="2303995" y="0"/>
                </a:lnTo>
                <a:close/>
              </a:path>
            </a:pathLst>
          </a:custGeom>
          <a:solidFill>
            <a:srgbClr val="D8D8D8"/>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150"/>
          </a:p>
        </p:txBody>
      </p:sp>
      <p:grpSp>
        <p:nvGrpSpPr>
          <p:cNvPr id="4115" name="object 13">
            <a:extLst>
              <a:ext uri="{FF2B5EF4-FFF2-40B4-BE49-F238E27FC236}">
                <a16:creationId xmlns:a16="http://schemas.microsoft.com/office/drawing/2014/main" id="{3454F952-882B-6A3F-9C0F-EED85AFEBC3D}"/>
              </a:ext>
            </a:extLst>
          </p:cNvPr>
          <p:cNvGrpSpPr>
            <a:grpSpLocks/>
          </p:cNvGrpSpPr>
          <p:nvPr/>
        </p:nvGrpSpPr>
        <p:grpSpPr bwMode="auto">
          <a:xfrm>
            <a:off x="0" y="15587663"/>
            <a:ext cx="22623463" cy="425450"/>
            <a:chOff x="0" y="3346348"/>
            <a:chExt cx="4608195" cy="109855"/>
          </a:xfrm>
        </p:grpSpPr>
        <p:sp>
          <p:nvSpPr>
            <p:cNvPr id="4121" name="object 14">
              <a:extLst>
                <a:ext uri="{FF2B5EF4-FFF2-40B4-BE49-F238E27FC236}">
                  <a16:creationId xmlns:a16="http://schemas.microsoft.com/office/drawing/2014/main" id="{7E4F3293-FB13-F1BC-F0E7-0723D62B9906}"/>
                </a:ext>
              </a:extLst>
            </p:cNvPr>
            <p:cNvSpPr>
              <a:spLocks/>
            </p:cNvSpPr>
            <p:nvPr/>
          </p:nvSpPr>
          <p:spPr bwMode="auto">
            <a:xfrm>
              <a:off x="0" y="3346348"/>
              <a:ext cx="1536065" cy="109855"/>
            </a:xfrm>
            <a:custGeom>
              <a:avLst/>
              <a:gdLst>
                <a:gd name="T0" fmla="*/ 1535976 w 1536065"/>
                <a:gd name="T1" fmla="*/ 0 h 109854"/>
                <a:gd name="T2" fmla="*/ 0 w 1536065"/>
                <a:gd name="T3" fmla="*/ 0 h 109854"/>
                <a:gd name="T4" fmla="*/ 0 w 1536065"/>
                <a:gd name="T5" fmla="*/ 109654 h 109854"/>
                <a:gd name="T6" fmla="*/ 1535976 w 1536065"/>
                <a:gd name="T7" fmla="*/ 109654 h 109854"/>
                <a:gd name="T8" fmla="*/ 1535976 w 1536065"/>
                <a:gd name="T9" fmla="*/ 0 h 1098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36065" h="109854">
                  <a:moveTo>
                    <a:pt x="1535976" y="0"/>
                  </a:moveTo>
                  <a:lnTo>
                    <a:pt x="0" y="0"/>
                  </a:lnTo>
                  <a:lnTo>
                    <a:pt x="0" y="109651"/>
                  </a:lnTo>
                  <a:lnTo>
                    <a:pt x="1535976" y="109651"/>
                  </a:lnTo>
                  <a:lnTo>
                    <a:pt x="1535976" y="0"/>
                  </a:lnTo>
                  <a:close/>
                </a:path>
              </a:pathLst>
            </a:custGeom>
            <a:solidFill>
              <a:srgbClr val="A3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150"/>
            </a:p>
          </p:txBody>
        </p:sp>
        <p:sp>
          <p:nvSpPr>
            <p:cNvPr id="4122" name="object 15">
              <a:extLst>
                <a:ext uri="{FF2B5EF4-FFF2-40B4-BE49-F238E27FC236}">
                  <a16:creationId xmlns:a16="http://schemas.microsoft.com/office/drawing/2014/main" id="{C88B618A-DB0B-3C70-2489-CDEA37831B4A}"/>
                </a:ext>
              </a:extLst>
            </p:cNvPr>
            <p:cNvSpPr>
              <a:spLocks/>
            </p:cNvSpPr>
            <p:nvPr/>
          </p:nvSpPr>
          <p:spPr bwMode="auto">
            <a:xfrm>
              <a:off x="1535976" y="3346348"/>
              <a:ext cx="1536065" cy="109855"/>
            </a:xfrm>
            <a:custGeom>
              <a:avLst/>
              <a:gdLst>
                <a:gd name="T0" fmla="*/ 1535979 w 1536064"/>
                <a:gd name="T1" fmla="*/ 0 h 109854"/>
                <a:gd name="T2" fmla="*/ 0 w 1536064"/>
                <a:gd name="T3" fmla="*/ 0 h 109854"/>
                <a:gd name="T4" fmla="*/ 0 w 1536064"/>
                <a:gd name="T5" fmla="*/ 109654 h 109854"/>
                <a:gd name="T6" fmla="*/ 1535979 w 1536064"/>
                <a:gd name="T7" fmla="*/ 109654 h 109854"/>
                <a:gd name="T8" fmla="*/ 1535979 w 1536064"/>
                <a:gd name="T9" fmla="*/ 0 h 1098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36064" h="109854">
                  <a:moveTo>
                    <a:pt x="1535976" y="0"/>
                  </a:moveTo>
                  <a:lnTo>
                    <a:pt x="0" y="0"/>
                  </a:lnTo>
                  <a:lnTo>
                    <a:pt x="0" y="109651"/>
                  </a:lnTo>
                  <a:lnTo>
                    <a:pt x="1535976" y="109651"/>
                  </a:lnTo>
                  <a:lnTo>
                    <a:pt x="1535976" y="0"/>
                  </a:lnTo>
                  <a:close/>
                </a:path>
              </a:pathLst>
            </a:custGeom>
            <a:solidFill>
              <a:srgbClr val="EBEBEB"/>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150"/>
            </a:p>
          </p:txBody>
        </p:sp>
        <p:sp>
          <p:nvSpPr>
            <p:cNvPr id="4123" name="object 16">
              <a:extLst>
                <a:ext uri="{FF2B5EF4-FFF2-40B4-BE49-F238E27FC236}">
                  <a16:creationId xmlns:a16="http://schemas.microsoft.com/office/drawing/2014/main" id="{6A0FD707-DDD9-D886-999A-B70397C4E265}"/>
                </a:ext>
              </a:extLst>
            </p:cNvPr>
            <p:cNvSpPr>
              <a:spLocks/>
            </p:cNvSpPr>
            <p:nvPr/>
          </p:nvSpPr>
          <p:spPr bwMode="auto">
            <a:xfrm>
              <a:off x="3071952" y="3346348"/>
              <a:ext cx="1536065" cy="109855"/>
            </a:xfrm>
            <a:custGeom>
              <a:avLst/>
              <a:gdLst>
                <a:gd name="T0" fmla="*/ 1535979 w 1536064"/>
                <a:gd name="T1" fmla="*/ 0 h 109854"/>
                <a:gd name="T2" fmla="*/ 0 w 1536064"/>
                <a:gd name="T3" fmla="*/ 0 h 109854"/>
                <a:gd name="T4" fmla="*/ 0 w 1536064"/>
                <a:gd name="T5" fmla="*/ 109654 h 109854"/>
                <a:gd name="T6" fmla="*/ 1535979 w 1536064"/>
                <a:gd name="T7" fmla="*/ 109654 h 109854"/>
                <a:gd name="T8" fmla="*/ 1535979 w 1536064"/>
                <a:gd name="T9" fmla="*/ 0 h 1098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36064" h="109854">
                  <a:moveTo>
                    <a:pt x="1535976" y="0"/>
                  </a:moveTo>
                  <a:lnTo>
                    <a:pt x="0" y="0"/>
                  </a:lnTo>
                  <a:lnTo>
                    <a:pt x="0" y="109651"/>
                  </a:lnTo>
                  <a:lnTo>
                    <a:pt x="1535976" y="109651"/>
                  </a:lnTo>
                  <a:lnTo>
                    <a:pt x="1535976" y="0"/>
                  </a:lnTo>
                  <a:close/>
                </a:path>
              </a:pathLst>
            </a:custGeom>
            <a:solidFill>
              <a:srgbClr val="D8D8D8"/>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150"/>
            </a:p>
          </p:txBody>
        </p:sp>
      </p:grpSp>
      <p:pic>
        <p:nvPicPr>
          <p:cNvPr id="4120" name="Picture 1">
            <a:extLst>
              <a:ext uri="{FF2B5EF4-FFF2-40B4-BE49-F238E27FC236}">
                <a16:creationId xmlns:a16="http://schemas.microsoft.com/office/drawing/2014/main" id="{A2CC1265-97F3-BFE3-C50B-2629D440C13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012150" y="12700"/>
            <a:ext cx="15716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AutoShape 39">
            <a:extLst>
              <a:ext uri="{FF2B5EF4-FFF2-40B4-BE49-F238E27FC236}">
                <a16:creationId xmlns:a16="http://schemas.microsoft.com/office/drawing/2014/main" id="{7D5976CA-5A41-0C25-770B-0B97A4F17D06}"/>
              </a:ext>
            </a:extLst>
          </p:cNvPr>
          <p:cNvSpPr>
            <a:spLocks noChangeAspect="1" noChangeArrowheads="1"/>
          </p:cNvSpPr>
          <p:nvPr/>
        </p:nvSpPr>
        <p:spPr bwMode="auto">
          <a:xfrm>
            <a:off x="11163300" y="7848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150"/>
          </a:p>
        </p:txBody>
      </p:sp>
      <p:pic>
        <p:nvPicPr>
          <p:cNvPr id="12" name="Picture 11" descr="A circuit board with wires connected to it&#10;&#10;AI-generated content may be incorrect.">
            <a:extLst>
              <a:ext uri="{FF2B5EF4-FFF2-40B4-BE49-F238E27FC236}">
                <a16:creationId xmlns:a16="http://schemas.microsoft.com/office/drawing/2014/main" id="{8761541F-16FB-2B8B-1C7B-089254CAF2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50647" y="6114192"/>
            <a:ext cx="3799588" cy="2849691"/>
          </a:xfrm>
          <a:prstGeom prst="rect">
            <a:avLst/>
          </a:prstGeom>
        </p:spPr>
      </p:pic>
      <p:pic>
        <p:nvPicPr>
          <p:cNvPr id="14" name="Picture 13" descr="A close-up of a text&#10;&#10;AI-generated content may be incorrect.">
            <a:extLst>
              <a:ext uri="{FF2B5EF4-FFF2-40B4-BE49-F238E27FC236}">
                <a16:creationId xmlns:a16="http://schemas.microsoft.com/office/drawing/2014/main" id="{F3595102-E0DA-D768-F86A-6CE145FA01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61907" y="11074400"/>
            <a:ext cx="5591175" cy="590550"/>
          </a:xfrm>
          <a:prstGeom prst="rect">
            <a:avLst/>
          </a:prstGeom>
        </p:spPr>
      </p:pic>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553FA8616F3A45AD369E275EA42271" ma:contentTypeVersion="13" ma:contentTypeDescription="Create a new document." ma:contentTypeScope="" ma:versionID="cd024c8df08cc3ea99fc166e0492b3d8">
  <xsd:schema xmlns:xsd="http://www.w3.org/2001/XMLSchema" xmlns:xs="http://www.w3.org/2001/XMLSchema" xmlns:p="http://schemas.microsoft.com/office/2006/metadata/properties" xmlns:ns3="371a10d4-9e19-41a9-948b-d1cca29b4cb6" xmlns:ns4="18dffc30-a361-43f0-bb4a-1f62e819a6f2" targetNamespace="http://schemas.microsoft.com/office/2006/metadata/properties" ma:root="true" ma:fieldsID="785ce7f41acaae3228c8b8dbe71cc83e" ns3:_="" ns4:_="">
    <xsd:import namespace="371a10d4-9e19-41a9-948b-d1cca29b4cb6"/>
    <xsd:import namespace="18dffc30-a361-43f0-bb4a-1f62e819a6f2"/>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Location"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1a10d4-9e19-41a9-948b-d1cca29b4c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8dffc30-a361-43f0-bb4a-1f62e819a6f2"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0036F3-D92E-41BF-B5C5-2D67EA031C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1a10d4-9e19-41a9-948b-d1cca29b4cb6"/>
    <ds:schemaRef ds:uri="18dffc30-a361-43f0-bb4a-1f62e819a6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3BB8554-054C-49FE-89DD-FF40D661420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514</Words>
  <Application>Microsoft Office PowerPoint</Application>
  <PresentationFormat>Custom</PresentationFormat>
  <Paragraphs>48</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Gill Sans</vt:lpstr>
      <vt:lpstr>Gill Sans MT</vt:lpstr>
      <vt:lpstr>Monotype Sorts</vt:lpstr>
      <vt:lpstr>Times</vt:lpstr>
      <vt:lpstr>Times New Roman</vt:lpstr>
      <vt:lpstr>Verdana</vt:lpstr>
      <vt:lpstr>Blank Presentation</vt:lpstr>
      <vt:lpstr>PowerPoint Presentation</vt:lpstr>
    </vt:vector>
  </TitlesOfParts>
  <Company>Richard Newton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Archibald, Jacqueline</dc:creator>
  <cp:lastModifiedBy>BRYCE PLACE</cp:lastModifiedBy>
  <cp:revision>68</cp:revision>
  <cp:lastPrinted>2008-01-21T14:22:53Z</cp:lastPrinted>
  <dcterms:modified xsi:type="dcterms:W3CDTF">2025-12-09T06:42:18Z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0x01010033553FA8616F3A45AD369E275EA42271</vt:lpwstr>
  </property>
</Properties>
</file>